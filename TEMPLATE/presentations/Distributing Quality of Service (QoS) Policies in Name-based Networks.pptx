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407" r:id="rId3"/>
    <p:sldId id="410" r:id="rId4"/>
    <p:sldId id="413" r:id="rId5"/>
    <p:sldId id="409" r:id="rId6"/>
    <p:sldId id="414" r:id="rId7"/>
    <p:sldId id="415" r:id="rId8"/>
    <p:sldId id="416" r:id="rId9"/>
    <p:sldId id="419" r:id="rId10"/>
    <p:sldId id="417" r:id="rId11"/>
    <p:sldId id="418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6CB470-D8BD-5449-B3D8-4EF963A60897}" v="65" dt="2025-07-18T16:25:12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94" autoAdjust="0"/>
    <p:restoredTop sz="75721"/>
  </p:normalViewPr>
  <p:slideViewPr>
    <p:cSldViewPr snapToGrid="0">
      <p:cViewPr varScale="1">
        <p:scale>
          <a:sx n="114" d="100"/>
          <a:sy n="114" d="100"/>
        </p:scale>
        <p:origin x="1136" y="17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o Yanagida" userId="ec43b486-e8c3-44d0-a3f4-7d289d290fc6" providerId="ADAL" clId="{F16CB470-D8BD-5449-B3D8-4EF963A60897}"/>
    <pc:docChg chg="undo custSel addSld delSld modSld sldOrd modMainMaster">
      <pc:chgData name="Ryo Yanagida" userId="ec43b486-e8c3-44d0-a3f4-7d289d290fc6" providerId="ADAL" clId="{F16CB470-D8BD-5449-B3D8-4EF963A60897}" dt="2025-07-18T16:25:23.522" v="8165" actId="729"/>
      <pc:docMkLst>
        <pc:docMk/>
      </pc:docMkLst>
      <pc:sldChg chg="addSp delSp modSp mod">
        <pc:chgData name="Ryo Yanagida" userId="ec43b486-e8c3-44d0-a3f4-7d289d290fc6" providerId="ADAL" clId="{F16CB470-D8BD-5449-B3D8-4EF963A60897}" dt="2025-07-08T15:05:39.937" v="2770" actId="207"/>
        <pc:sldMkLst>
          <pc:docMk/>
          <pc:sldMk cId="4244171547" sldId="256"/>
        </pc:sldMkLst>
        <pc:spChg chg="mod">
          <ac:chgData name="Ryo Yanagida" userId="ec43b486-e8c3-44d0-a3f4-7d289d290fc6" providerId="ADAL" clId="{F16CB470-D8BD-5449-B3D8-4EF963A60897}" dt="2025-06-20T16:32:00.526" v="10" actId="14100"/>
          <ac:spMkLst>
            <pc:docMk/>
            <pc:sldMk cId="4244171547" sldId="256"/>
            <ac:spMk id="2" creationId="{00000000-0000-0000-0000-000000000000}"/>
          </ac:spMkLst>
        </pc:spChg>
        <pc:spChg chg="add mod">
          <ac:chgData name="Ryo Yanagida" userId="ec43b486-e8c3-44d0-a3f4-7d289d290fc6" providerId="ADAL" clId="{F16CB470-D8BD-5449-B3D8-4EF963A60897}" dt="2025-07-08T15:05:39.937" v="2770" actId="207"/>
          <ac:spMkLst>
            <pc:docMk/>
            <pc:sldMk cId="4244171547" sldId="256"/>
            <ac:spMk id="5" creationId="{9A8ED140-A2A4-62EE-2BEB-5E5CCEB3B31D}"/>
          </ac:spMkLst>
        </pc:spChg>
        <pc:picChg chg="mod">
          <ac:chgData name="Ryo Yanagida" userId="ec43b486-e8c3-44d0-a3f4-7d289d290fc6" providerId="ADAL" clId="{F16CB470-D8BD-5449-B3D8-4EF963A60897}" dt="2025-07-01T12:57:19.750" v="759" actId="1076"/>
          <ac:picMkLst>
            <pc:docMk/>
            <pc:sldMk cId="4244171547" sldId="256"/>
            <ac:picMk id="4" creationId="{22AF5AD9-4A38-6FDC-338C-6BF49504A959}"/>
          </ac:picMkLst>
        </pc:picChg>
      </pc:sldChg>
      <pc:sldChg chg="addSp delSp modSp mod">
        <pc:chgData name="Ryo Yanagida" userId="ec43b486-e8c3-44d0-a3f4-7d289d290fc6" providerId="ADAL" clId="{F16CB470-D8BD-5449-B3D8-4EF963A60897}" dt="2025-07-08T15:27:56.906" v="4218" actId="1076"/>
        <pc:sldMkLst>
          <pc:docMk/>
          <pc:sldMk cId="3006378702" sldId="273"/>
        </pc:sldMkLst>
        <pc:spChg chg="add mod">
          <ac:chgData name="Ryo Yanagida" userId="ec43b486-e8c3-44d0-a3f4-7d289d290fc6" providerId="ADAL" clId="{F16CB470-D8BD-5449-B3D8-4EF963A60897}" dt="2025-07-08T15:27:20.702" v="4208" actId="14100"/>
          <ac:spMkLst>
            <pc:docMk/>
            <pc:sldMk cId="3006378702" sldId="273"/>
            <ac:spMk id="11" creationId="{489641E1-9CA6-A711-5217-914B95BC4538}"/>
          </ac:spMkLst>
        </pc:spChg>
        <pc:spChg chg="add mod">
          <ac:chgData name="Ryo Yanagida" userId="ec43b486-e8c3-44d0-a3f4-7d289d290fc6" providerId="ADAL" clId="{F16CB470-D8BD-5449-B3D8-4EF963A60897}" dt="2025-07-08T15:27:56.906" v="4218" actId="1076"/>
          <ac:spMkLst>
            <pc:docMk/>
            <pc:sldMk cId="3006378702" sldId="273"/>
            <ac:spMk id="12" creationId="{72772141-3922-7355-F2E3-D178B2829198}"/>
          </ac:spMkLst>
        </pc:spChg>
        <pc:picChg chg="mod">
          <ac:chgData name="Ryo Yanagida" userId="ec43b486-e8c3-44d0-a3f4-7d289d290fc6" providerId="ADAL" clId="{F16CB470-D8BD-5449-B3D8-4EF963A60897}" dt="2025-07-08T15:26:35.973" v="4202" actId="1076"/>
          <ac:picMkLst>
            <pc:docMk/>
            <pc:sldMk cId="3006378702" sldId="273"/>
            <ac:picMk id="3" creationId="{11FDCD37-95D4-D94F-8143-5384ADC6A6CB}"/>
          </ac:picMkLst>
        </pc:picChg>
      </pc:sldChg>
      <pc:sldChg chg="addSp modSp del mod modShow">
        <pc:chgData name="Ryo Yanagida" userId="ec43b486-e8c3-44d0-a3f4-7d289d290fc6" providerId="ADAL" clId="{F16CB470-D8BD-5449-B3D8-4EF963A60897}" dt="2025-07-01T12:53:44.404" v="726" actId="2696"/>
        <pc:sldMkLst>
          <pc:docMk/>
          <pc:sldMk cId="3139678726" sldId="406"/>
        </pc:sldMkLst>
      </pc:sldChg>
      <pc:sldChg chg="add">
        <pc:chgData name="Ryo Yanagida" userId="ec43b486-e8c3-44d0-a3f4-7d289d290fc6" providerId="ADAL" clId="{F16CB470-D8BD-5449-B3D8-4EF963A60897}" dt="2025-07-18T16:25:12.015" v="8161"/>
        <pc:sldMkLst>
          <pc:docMk/>
          <pc:sldMk cId="1690843156" sldId="407"/>
        </pc:sldMkLst>
      </pc:sldChg>
      <pc:sldChg chg="add del">
        <pc:chgData name="Ryo Yanagida" userId="ec43b486-e8c3-44d0-a3f4-7d289d290fc6" providerId="ADAL" clId="{F16CB470-D8BD-5449-B3D8-4EF963A60897}" dt="2025-07-01T12:38:24.040" v="53" actId="2696"/>
        <pc:sldMkLst>
          <pc:docMk/>
          <pc:sldMk cId="2274800150" sldId="407"/>
        </pc:sldMkLst>
      </pc:sldChg>
      <pc:sldChg chg="addSp modSp add del mod">
        <pc:chgData name="Ryo Yanagida" userId="ec43b486-e8c3-44d0-a3f4-7d289d290fc6" providerId="ADAL" clId="{F16CB470-D8BD-5449-B3D8-4EF963A60897}" dt="2025-07-18T16:25:13.368" v="8162" actId="2696"/>
        <pc:sldMkLst>
          <pc:docMk/>
          <pc:sldMk cId="3583739788" sldId="408"/>
        </pc:sldMkLst>
      </pc:sldChg>
      <pc:sldChg chg="addSp modSp add del mod ord">
        <pc:chgData name="Ryo Yanagida" userId="ec43b486-e8c3-44d0-a3f4-7d289d290fc6" providerId="ADAL" clId="{F16CB470-D8BD-5449-B3D8-4EF963A60897}" dt="2025-07-18T16:25:17.571" v="8163" actId="20578"/>
        <pc:sldMkLst>
          <pc:docMk/>
          <pc:sldMk cId="712476873" sldId="409"/>
        </pc:sldMkLst>
      </pc:sldChg>
      <pc:sldChg chg="addSp modSp add mod modShow">
        <pc:chgData name="Ryo Yanagida" userId="ec43b486-e8c3-44d0-a3f4-7d289d290fc6" providerId="ADAL" clId="{F16CB470-D8BD-5449-B3D8-4EF963A60897}" dt="2025-07-18T16:25:23.522" v="8165" actId="729"/>
        <pc:sldMkLst>
          <pc:docMk/>
          <pc:sldMk cId="1521323587" sldId="410"/>
        </pc:sldMkLst>
        <pc:spChg chg="add mod">
          <ac:chgData name="Ryo Yanagida" userId="ec43b486-e8c3-44d0-a3f4-7d289d290fc6" providerId="ADAL" clId="{F16CB470-D8BD-5449-B3D8-4EF963A60897}" dt="2025-07-01T12:53:27.344" v="725"/>
          <ac:spMkLst>
            <pc:docMk/>
            <pc:sldMk cId="1521323587" sldId="410"/>
            <ac:spMk id="2" creationId="{58576C46-9759-6D82-B16C-CFC58A21CA05}"/>
          </ac:spMkLst>
        </pc:spChg>
        <pc:spChg chg="mod">
          <ac:chgData name="Ryo Yanagida" userId="ec43b486-e8c3-44d0-a3f4-7d289d290fc6" providerId="ADAL" clId="{F16CB470-D8BD-5449-B3D8-4EF963A60897}" dt="2025-07-10T12:47:33.186" v="4244" actId="20577"/>
          <ac:spMkLst>
            <pc:docMk/>
            <pc:sldMk cId="1521323587" sldId="410"/>
            <ac:spMk id="4" creationId="{B551B45A-574B-DA50-ED62-A5E901FD233E}"/>
          </ac:spMkLst>
        </pc:spChg>
        <pc:spChg chg="mod">
          <ac:chgData name="Ryo Yanagida" userId="ec43b486-e8c3-44d0-a3f4-7d289d290fc6" providerId="ADAL" clId="{F16CB470-D8BD-5449-B3D8-4EF963A60897}" dt="2025-07-10T15:30:30.434" v="4529" actId="20577"/>
          <ac:spMkLst>
            <pc:docMk/>
            <pc:sldMk cId="1521323587" sldId="410"/>
            <ac:spMk id="5" creationId="{DF0150B0-0F42-1E6F-993E-692E91FFF5B3}"/>
          </ac:spMkLst>
        </pc:spChg>
      </pc:sldChg>
      <pc:sldChg chg="addSp modSp add del mod">
        <pc:chgData name="Ryo Yanagida" userId="ec43b486-e8c3-44d0-a3f4-7d289d290fc6" providerId="ADAL" clId="{F16CB470-D8BD-5449-B3D8-4EF963A60897}" dt="2025-07-16T13:24:00.485" v="4859" actId="2696"/>
        <pc:sldMkLst>
          <pc:docMk/>
          <pc:sldMk cId="979035926" sldId="412"/>
        </pc:sldMkLst>
      </pc:sldChg>
      <pc:sldChg chg="addSp modSp add mod modShow">
        <pc:chgData name="Ryo Yanagida" userId="ec43b486-e8c3-44d0-a3f4-7d289d290fc6" providerId="ADAL" clId="{F16CB470-D8BD-5449-B3D8-4EF963A60897}" dt="2025-07-18T16:25:23.522" v="8165" actId="729"/>
        <pc:sldMkLst>
          <pc:docMk/>
          <pc:sldMk cId="3278831771" sldId="413"/>
        </pc:sldMkLst>
        <pc:spChg chg="mod">
          <ac:chgData name="Ryo Yanagida" userId="ec43b486-e8c3-44d0-a3f4-7d289d290fc6" providerId="ADAL" clId="{F16CB470-D8BD-5449-B3D8-4EF963A60897}" dt="2025-07-17T14:39:02.928" v="8150" actId="20577"/>
          <ac:spMkLst>
            <pc:docMk/>
            <pc:sldMk cId="3278831771" sldId="413"/>
            <ac:spMk id="2" creationId="{8806B32F-DED6-D3C1-49CF-7228A9BCF664}"/>
          </ac:spMkLst>
        </pc:spChg>
        <pc:spChg chg="mod">
          <ac:chgData name="Ryo Yanagida" userId="ec43b486-e8c3-44d0-a3f4-7d289d290fc6" providerId="ADAL" clId="{F16CB470-D8BD-5449-B3D8-4EF963A60897}" dt="2025-07-17T14:39:20.279" v="8160"/>
          <ac:spMkLst>
            <pc:docMk/>
            <pc:sldMk cId="3278831771" sldId="413"/>
            <ac:spMk id="3" creationId="{96DA6A8E-2EB9-37DB-6845-981C5303A4D0}"/>
          </ac:spMkLst>
        </pc:spChg>
        <pc:spChg chg="mod">
          <ac:chgData name="Ryo Yanagida" userId="ec43b486-e8c3-44d0-a3f4-7d289d290fc6" providerId="ADAL" clId="{F16CB470-D8BD-5449-B3D8-4EF963A60897}" dt="2025-07-10T12:47:38.067" v="4254" actId="20577"/>
          <ac:spMkLst>
            <pc:docMk/>
            <pc:sldMk cId="3278831771" sldId="413"/>
            <ac:spMk id="4" creationId="{B551B45A-574B-DA50-ED62-A5E901FD233E}"/>
          </ac:spMkLst>
        </pc:spChg>
        <pc:spChg chg="mod">
          <ac:chgData name="Ryo Yanagida" userId="ec43b486-e8c3-44d0-a3f4-7d289d290fc6" providerId="ADAL" clId="{F16CB470-D8BD-5449-B3D8-4EF963A60897}" dt="2025-07-16T10:52:35.453" v="4745"/>
          <ac:spMkLst>
            <pc:docMk/>
            <pc:sldMk cId="3278831771" sldId="413"/>
            <ac:spMk id="5" creationId="{DF0150B0-0F42-1E6F-993E-692E91FFF5B3}"/>
          </ac:spMkLst>
        </pc:spChg>
        <pc:spChg chg="mod">
          <ac:chgData name="Ryo Yanagida" userId="ec43b486-e8c3-44d0-a3f4-7d289d290fc6" providerId="ADAL" clId="{F16CB470-D8BD-5449-B3D8-4EF963A60897}" dt="2025-07-17T14:39:07.402" v="8156" actId="20577"/>
          <ac:spMkLst>
            <pc:docMk/>
            <pc:sldMk cId="3278831771" sldId="413"/>
            <ac:spMk id="6" creationId="{D8BA7725-D86A-5203-3E67-1C83E8171B3E}"/>
          </ac:spMkLst>
        </pc:spChg>
        <pc:spChg chg="mod">
          <ac:chgData name="Ryo Yanagida" userId="ec43b486-e8c3-44d0-a3f4-7d289d290fc6" providerId="ADAL" clId="{F16CB470-D8BD-5449-B3D8-4EF963A60897}" dt="2025-07-17T14:39:16.990" v="8159"/>
          <ac:spMkLst>
            <pc:docMk/>
            <pc:sldMk cId="3278831771" sldId="413"/>
            <ac:spMk id="8" creationId="{FC7043CA-0D4C-491E-2F11-2BD3DA4DD9DA}"/>
          </ac:spMkLst>
        </pc:spChg>
        <pc:spChg chg="add mod">
          <ac:chgData name="Ryo Yanagida" userId="ec43b486-e8c3-44d0-a3f4-7d289d290fc6" providerId="ADAL" clId="{F16CB470-D8BD-5449-B3D8-4EF963A60897}" dt="2025-07-01T12:53:27.344" v="725"/>
          <ac:spMkLst>
            <pc:docMk/>
            <pc:sldMk cId="3278831771" sldId="413"/>
            <ac:spMk id="9" creationId="{321009F9-D3CD-A1FA-6639-05756600B614}"/>
          </ac:spMkLst>
        </pc:spChg>
      </pc:sldChg>
      <pc:sldChg chg="addSp modSp add mod">
        <pc:chgData name="Ryo Yanagida" userId="ec43b486-e8c3-44d0-a3f4-7d289d290fc6" providerId="ADAL" clId="{F16CB470-D8BD-5449-B3D8-4EF963A60897}" dt="2025-07-17T10:46:15.813" v="8143" actId="14100"/>
        <pc:sldMkLst>
          <pc:docMk/>
          <pc:sldMk cId="1894806704" sldId="414"/>
        </pc:sldMkLst>
        <pc:spChg chg="mod">
          <ac:chgData name="Ryo Yanagida" userId="ec43b486-e8c3-44d0-a3f4-7d289d290fc6" providerId="ADAL" clId="{F16CB470-D8BD-5449-B3D8-4EF963A60897}" dt="2025-07-01T12:51:40.080" v="721" actId="20577"/>
          <ac:spMkLst>
            <pc:docMk/>
            <pc:sldMk cId="1894806704" sldId="414"/>
            <ac:spMk id="2" creationId="{C1D2C83A-5D36-57F4-378B-F70D82D2D75E}"/>
          </ac:spMkLst>
        </pc:spChg>
        <pc:spChg chg="mod">
          <ac:chgData name="Ryo Yanagida" userId="ec43b486-e8c3-44d0-a3f4-7d289d290fc6" providerId="ADAL" clId="{F16CB470-D8BD-5449-B3D8-4EF963A60897}" dt="2025-07-17T10:46:15.813" v="8143" actId="14100"/>
          <ac:spMkLst>
            <pc:docMk/>
            <pc:sldMk cId="1894806704" sldId="414"/>
            <ac:spMk id="3" creationId="{8AB4D386-9F6E-EF78-5869-A6BCD5ECDAA8}"/>
          </ac:spMkLst>
        </pc:spChg>
        <pc:spChg chg="add mod">
          <ac:chgData name="Ryo Yanagida" userId="ec43b486-e8c3-44d0-a3f4-7d289d290fc6" providerId="ADAL" clId="{F16CB470-D8BD-5449-B3D8-4EF963A60897}" dt="2025-07-01T12:53:27.344" v="725"/>
          <ac:spMkLst>
            <pc:docMk/>
            <pc:sldMk cId="1894806704" sldId="414"/>
            <ac:spMk id="4" creationId="{13C6B1BA-9083-2E46-2C81-45D202EFF84A}"/>
          </ac:spMkLst>
        </pc:spChg>
        <pc:picChg chg="add mod">
          <ac:chgData name="Ryo Yanagida" userId="ec43b486-e8c3-44d0-a3f4-7d289d290fc6" providerId="ADAL" clId="{F16CB470-D8BD-5449-B3D8-4EF963A60897}" dt="2025-07-10T12:53:52.914" v="4414" actId="1076"/>
          <ac:picMkLst>
            <pc:docMk/>
            <pc:sldMk cId="1894806704" sldId="414"/>
            <ac:picMk id="6" creationId="{395EBF1F-6745-1F94-B42B-1823BCB6A5B3}"/>
          </ac:picMkLst>
        </pc:picChg>
      </pc:sldChg>
      <pc:sldChg chg="addSp modSp add mod">
        <pc:chgData name="Ryo Yanagida" userId="ec43b486-e8c3-44d0-a3f4-7d289d290fc6" providerId="ADAL" clId="{F16CB470-D8BD-5449-B3D8-4EF963A60897}" dt="2025-07-10T12:53:47.483" v="4413" actId="1076"/>
        <pc:sldMkLst>
          <pc:docMk/>
          <pc:sldMk cId="3959521852" sldId="415"/>
        </pc:sldMkLst>
        <pc:spChg chg="mod">
          <ac:chgData name="Ryo Yanagida" userId="ec43b486-e8c3-44d0-a3f4-7d289d290fc6" providerId="ADAL" clId="{F16CB470-D8BD-5449-B3D8-4EF963A60897}" dt="2025-07-01T12:51:49.137" v="722"/>
          <ac:spMkLst>
            <pc:docMk/>
            <pc:sldMk cId="3959521852" sldId="415"/>
            <ac:spMk id="2" creationId="{A9CC4D97-1A1C-C06F-F102-21BD9B29CB85}"/>
          </ac:spMkLst>
        </pc:spChg>
        <pc:spChg chg="mod">
          <ac:chgData name="Ryo Yanagida" userId="ec43b486-e8c3-44d0-a3f4-7d289d290fc6" providerId="ADAL" clId="{F16CB470-D8BD-5449-B3D8-4EF963A60897}" dt="2025-07-08T15:06:42.261" v="2773" actId="113"/>
          <ac:spMkLst>
            <pc:docMk/>
            <pc:sldMk cId="3959521852" sldId="415"/>
            <ac:spMk id="3" creationId="{192930D2-7455-FF41-4685-8E9CC82A824E}"/>
          </ac:spMkLst>
        </pc:spChg>
        <pc:spChg chg="add mod">
          <ac:chgData name="Ryo Yanagida" userId="ec43b486-e8c3-44d0-a3f4-7d289d290fc6" providerId="ADAL" clId="{F16CB470-D8BD-5449-B3D8-4EF963A60897}" dt="2025-07-01T12:53:27.344" v="725"/>
          <ac:spMkLst>
            <pc:docMk/>
            <pc:sldMk cId="3959521852" sldId="415"/>
            <ac:spMk id="4" creationId="{4ED273F5-6564-8308-0EDA-5AE339D9E73D}"/>
          </ac:spMkLst>
        </pc:spChg>
        <pc:picChg chg="add mod">
          <ac:chgData name="Ryo Yanagida" userId="ec43b486-e8c3-44d0-a3f4-7d289d290fc6" providerId="ADAL" clId="{F16CB470-D8BD-5449-B3D8-4EF963A60897}" dt="2025-07-10T12:53:47.483" v="4413" actId="1076"/>
          <ac:picMkLst>
            <pc:docMk/>
            <pc:sldMk cId="3959521852" sldId="415"/>
            <ac:picMk id="6" creationId="{4653D5E6-3A4B-100C-6B1B-C0427865DAED}"/>
          </ac:picMkLst>
        </pc:picChg>
      </pc:sldChg>
      <pc:sldChg chg="modSp new mod modShow">
        <pc:chgData name="Ryo Yanagida" userId="ec43b486-e8c3-44d0-a3f4-7d289d290fc6" providerId="ADAL" clId="{F16CB470-D8BD-5449-B3D8-4EF963A60897}" dt="2025-07-16T13:30:18.598" v="4860" actId="729"/>
        <pc:sldMkLst>
          <pc:docMk/>
          <pc:sldMk cId="2422277368" sldId="416"/>
        </pc:sldMkLst>
        <pc:spChg chg="mod">
          <ac:chgData name="Ryo Yanagida" userId="ec43b486-e8c3-44d0-a3f4-7d289d290fc6" providerId="ADAL" clId="{F16CB470-D8BD-5449-B3D8-4EF963A60897}" dt="2025-07-08T13:13:27.637" v="1467" actId="20577"/>
          <ac:spMkLst>
            <pc:docMk/>
            <pc:sldMk cId="2422277368" sldId="416"/>
            <ac:spMk id="2" creationId="{55D9EAE7-CD80-6E47-9BC9-3C8967F9CCD6}"/>
          </ac:spMkLst>
        </pc:spChg>
        <pc:spChg chg="mod">
          <ac:chgData name="Ryo Yanagida" userId="ec43b486-e8c3-44d0-a3f4-7d289d290fc6" providerId="ADAL" clId="{F16CB470-D8BD-5449-B3D8-4EF963A60897}" dt="2025-07-08T14:54:49.825" v="2573" actId="20577"/>
          <ac:spMkLst>
            <pc:docMk/>
            <pc:sldMk cId="2422277368" sldId="416"/>
            <ac:spMk id="3" creationId="{77B8A665-2739-CFEF-A4D0-D6CDCE704561}"/>
          </ac:spMkLst>
        </pc:spChg>
      </pc:sldChg>
      <pc:sldChg chg="addSp delSp modSp new mod modNotesTx">
        <pc:chgData name="Ryo Yanagida" userId="ec43b486-e8c3-44d0-a3f4-7d289d290fc6" providerId="ADAL" clId="{F16CB470-D8BD-5449-B3D8-4EF963A60897}" dt="2025-07-16T14:47:36.665" v="8141" actId="20577"/>
        <pc:sldMkLst>
          <pc:docMk/>
          <pc:sldMk cId="2740495145" sldId="417"/>
        </pc:sldMkLst>
        <pc:spChg chg="mod">
          <ac:chgData name="Ryo Yanagida" userId="ec43b486-e8c3-44d0-a3f4-7d289d290fc6" providerId="ADAL" clId="{F16CB470-D8BD-5449-B3D8-4EF963A60897}" dt="2025-07-08T15:03:18.704" v="2589" actId="6549"/>
          <ac:spMkLst>
            <pc:docMk/>
            <pc:sldMk cId="2740495145" sldId="417"/>
            <ac:spMk id="2" creationId="{6B30B476-5DA0-2963-E298-6662E30AA4FC}"/>
          </ac:spMkLst>
        </pc:spChg>
        <pc:picChg chg="add mod modCrop">
          <ac:chgData name="Ryo Yanagida" userId="ec43b486-e8c3-44d0-a3f4-7d289d290fc6" providerId="ADAL" clId="{F16CB470-D8BD-5449-B3D8-4EF963A60897}" dt="2025-07-16T14:20:54.716" v="7183" actId="1076"/>
          <ac:picMkLst>
            <pc:docMk/>
            <pc:sldMk cId="2740495145" sldId="417"/>
            <ac:picMk id="8" creationId="{8BE5A8FC-234F-A197-0820-114D177E19F2}"/>
          </ac:picMkLst>
        </pc:picChg>
      </pc:sldChg>
      <pc:sldChg chg="modSp new mod">
        <pc:chgData name="Ryo Yanagida" userId="ec43b486-e8c3-44d0-a3f4-7d289d290fc6" providerId="ADAL" clId="{F16CB470-D8BD-5449-B3D8-4EF963A60897}" dt="2025-07-08T15:21:09.555" v="3757" actId="20577"/>
        <pc:sldMkLst>
          <pc:docMk/>
          <pc:sldMk cId="2172585213" sldId="418"/>
        </pc:sldMkLst>
        <pc:spChg chg="mod">
          <ac:chgData name="Ryo Yanagida" userId="ec43b486-e8c3-44d0-a3f4-7d289d290fc6" providerId="ADAL" clId="{F16CB470-D8BD-5449-B3D8-4EF963A60897}" dt="2025-07-08T14:22:49.766" v="1570" actId="20577"/>
          <ac:spMkLst>
            <pc:docMk/>
            <pc:sldMk cId="2172585213" sldId="418"/>
            <ac:spMk id="2" creationId="{AAD12D3E-DB14-BE6C-70A0-3E07393F3E28}"/>
          </ac:spMkLst>
        </pc:spChg>
        <pc:spChg chg="mod">
          <ac:chgData name="Ryo Yanagida" userId="ec43b486-e8c3-44d0-a3f4-7d289d290fc6" providerId="ADAL" clId="{F16CB470-D8BD-5449-B3D8-4EF963A60897}" dt="2025-07-08T15:21:09.555" v="3757" actId="20577"/>
          <ac:spMkLst>
            <pc:docMk/>
            <pc:sldMk cId="2172585213" sldId="418"/>
            <ac:spMk id="3" creationId="{E7F0857D-30DD-01C4-1866-D0EDC1D12F7A}"/>
          </ac:spMkLst>
        </pc:spChg>
      </pc:sldChg>
      <pc:sldChg chg="addSp delSp modSp add mod modClrScheme chgLayout modNotesTx">
        <pc:chgData name="Ryo Yanagida" userId="ec43b486-e8c3-44d0-a3f4-7d289d290fc6" providerId="ADAL" clId="{F16CB470-D8BD-5449-B3D8-4EF963A60897}" dt="2025-07-16T14:22:52.867" v="7357" actId="1076"/>
        <pc:sldMkLst>
          <pc:docMk/>
          <pc:sldMk cId="3025288505" sldId="419"/>
        </pc:sldMkLst>
        <pc:spChg chg="mod ord">
          <ac:chgData name="Ryo Yanagida" userId="ec43b486-e8c3-44d0-a3f4-7d289d290fc6" providerId="ADAL" clId="{F16CB470-D8BD-5449-B3D8-4EF963A60897}" dt="2025-07-14T13:41:26.209" v="4535" actId="700"/>
          <ac:spMkLst>
            <pc:docMk/>
            <pc:sldMk cId="3025288505" sldId="419"/>
            <ac:spMk id="2" creationId="{779BC460-C7A5-7D7B-34AF-FCBA2EFBCE0C}"/>
          </ac:spMkLst>
        </pc:spChg>
        <pc:spChg chg="mod ord">
          <ac:chgData name="Ryo Yanagida" userId="ec43b486-e8c3-44d0-a3f4-7d289d290fc6" providerId="ADAL" clId="{F16CB470-D8BD-5449-B3D8-4EF963A60897}" dt="2025-07-16T14:22:52.867" v="7357" actId="1076"/>
          <ac:spMkLst>
            <pc:docMk/>
            <pc:sldMk cId="3025288505" sldId="419"/>
            <ac:spMk id="4" creationId="{3C1E14EE-7A06-FC20-9B89-53AACC85C32A}"/>
          </ac:spMkLst>
        </pc:spChg>
        <pc:spChg chg="add mod">
          <ac:chgData name="Ryo Yanagida" userId="ec43b486-e8c3-44d0-a3f4-7d289d290fc6" providerId="ADAL" clId="{F16CB470-D8BD-5449-B3D8-4EF963A60897}" dt="2025-07-16T14:15:23.251" v="6942" actId="1076"/>
          <ac:spMkLst>
            <pc:docMk/>
            <pc:sldMk cId="3025288505" sldId="419"/>
            <ac:spMk id="7" creationId="{5B134E67-A44D-F288-133D-95462A031943}"/>
          </ac:spMkLst>
        </pc:spChg>
        <pc:spChg chg="add mod">
          <ac:chgData name="Ryo Yanagida" userId="ec43b486-e8c3-44d0-a3f4-7d289d290fc6" providerId="ADAL" clId="{F16CB470-D8BD-5449-B3D8-4EF963A60897}" dt="2025-07-16T14:15:23.251" v="6942" actId="1076"/>
          <ac:spMkLst>
            <pc:docMk/>
            <pc:sldMk cId="3025288505" sldId="419"/>
            <ac:spMk id="8" creationId="{37EEB6C6-EEDC-2909-7FB0-B2B87294527E}"/>
          </ac:spMkLst>
        </pc:spChg>
        <pc:spChg chg="add mod">
          <ac:chgData name="Ryo Yanagida" userId="ec43b486-e8c3-44d0-a3f4-7d289d290fc6" providerId="ADAL" clId="{F16CB470-D8BD-5449-B3D8-4EF963A60897}" dt="2025-07-16T14:15:23.251" v="6942" actId="1076"/>
          <ac:spMkLst>
            <pc:docMk/>
            <pc:sldMk cId="3025288505" sldId="419"/>
            <ac:spMk id="9" creationId="{AD14AA96-2E99-5DE2-AE74-1FAD822C2214}"/>
          </ac:spMkLst>
        </pc:spChg>
        <pc:spChg chg="add mod">
          <ac:chgData name="Ryo Yanagida" userId="ec43b486-e8c3-44d0-a3f4-7d289d290fc6" providerId="ADAL" clId="{F16CB470-D8BD-5449-B3D8-4EF963A60897}" dt="2025-07-16T14:15:23.251" v="6942" actId="1076"/>
          <ac:spMkLst>
            <pc:docMk/>
            <pc:sldMk cId="3025288505" sldId="419"/>
            <ac:spMk id="10" creationId="{504D98C0-E7EC-A2A1-8669-151532DF8299}"/>
          </ac:spMkLst>
        </pc:spChg>
        <pc:spChg chg="add mod">
          <ac:chgData name="Ryo Yanagida" userId="ec43b486-e8c3-44d0-a3f4-7d289d290fc6" providerId="ADAL" clId="{F16CB470-D8BD-5449-B3D8-4EF963A60897}" dt="2025-07-16T14:15:23.251" v="6942" actId="1076"/>
          <ac:spMkLst>
            <pc:docMk/>
            <pc:sldMk cId="3025288505" sldId="419"/>
            <ac:spMk id="11" creationId="{91D3367A-EAD4-F66C-0660-9D31A5B72926}"/>
          </ac:spMkLst>
        </pc:spChg>
        <pc:spChg chg="add mod">
          <ac:chgData name="Ryo Yanagida" userId="ec43b486-e8c3-44d0-a3f4-7d289d290fc6" providerId="ADAL" clId="{F16CB470-D8BD-5449-B3D8-4EF963A60897}" dt="2025-07-14T13:48:43.921" v="4678" actId="20577"/>
          <ac:spMkLst>
            <pc:docMk/>
            <pc:sldMk cId="3025288505" sldId="419"/>
            <ac:spMk id="28" creationId="{35F627D0-5AA5-0A6D-FDA3-4386DFDBC1B6}"/>
          </ac:spMkLst>
        </pc:spChg>
        <pc:spChg chg="add mod">
          <ac:chgData name="Ryo Yanagida" userId="ec43b486-e8c3-44d0-a3f4-7d289d290fc6" providerId="ADAL" clId="{F16CB470-D8BD-5449-B3D8-4EF963A60897}" dt="2025-07-16T14:08:33.786" v="6307" actId="14100"/>
          <ac:spMkLst>
            <pc:docMk/>
            <pc:sldMk cId="3025288505" sldId="419"/>
            <ac:spMk id="29" creationId="{65E3D3F0-30BE-3782-47D7-1222495A4A3C}"/>
          </ac:spMkLst>
        </pc:spChg>
        <pc:spChg chg="add mod">
          <ac:chgData name="Ryo Yanagida" userId="ec43b486-e8c3-44d0-a3f4-7d289d290fc6" providerId="ADAL" clId="{F16CB470-D8BD-5449-B3D8-4EF963A60897}" dt="2025-07-16T14:08:39.768" v="6310" actId="1076"/>
          <ac:spMkLst>
            <pc:docMk/>
            <pc:sldMk cId="3025288505" sldId="419"/>
            <ac:spMk id="30" creationId="{D6245F16-3CA8-4A9B-D3A7-8A25699DF1DB}"/>
          </ac:spMkLst>
        </pc:spChg>
        <pc:spChg chg="add mod">
          <ac:chgData name="Ryo Yanagida" userId="ec43b486-e8c3-44d0-a3f4-7d289d290fc6" providerId="ADAL" clId="{F16CB470-D8BD-5449-B3D8-4EF963A60897}" dt="2025-07-16T14:13:47.192" v="6849" actId="1076"/>
          <ac:spMkLst>
            <pc:docMk/>
            <pc:sldMk cId="3025288505" sldId="419"/>
            <ac:spMk id="38" creationId="{122AE516-6416-EFA9-0D12-5DBA99B0C953}"/>
          </ac:spMkLst>
        </pc:spChg>
        <pc:spChg chg="add mod">
          <ac:chgData name="Ryo Yanagida" userId="ec43b486-e8c3-44d0-a3f4-7d289d290fc6" providerId="ADAL" clId="{F16CB470-D8BD-5449-B3D8-4EF963A60897}" dt="2025-07-16T14:13:47.192" v="6849" actId="1076"/>
          <ac:spMkLst>
            <pc:docMk/>
            <pc:sldMk cId="3025288505" sldId="419"/>
            <ac:spMk id="41" creationId="{51FB37D8-E3D3-3242-EC47-768E2B6D0F6F}"/>
          </ac:spMkLst>
        </pc:spChg>
        <pc:spChg chg="add mod">
          <ac:chgData name="Ryo Yanagida" userId="ec43b486-e8c3-44d0-a3f4-7d289d290fc6" providerId="ADAL" clId="{F16CB470-D8BD-5449-B3D8-4EF963A60897}" dt="2025-07-16T14:13:47.192" v="6849" actId="1076"/>
          <ac:spMkLst>
            <pc:docMk/>
            <pc:sldMk cId="3025288505" sldId="419"/>
            <ac:spMk id="42" creationId="{8E5D2853-B22B-4269-CA49-1FD04ECD5DB2}"/>
          </ac:spMkLst>
        </pc:spChg>
        <pc:spChg chg="add mod">
          <ac:chgData name="Ryo Yanagida" userId="ec43b486-e8c3-44d0-a3f4-7d289d290fc6" providerId="ADAL" clId="{F16CB470-D8BD-5449-B3D8-4EF963A60897}" dt="2025-07-16T14:15:48.282" v="6969" actId="1076"/>
          <ac:spMkLst>
            <pc:docMk/>
            <pc:sldMk cId="3025288505" sldId="419"/>
            <ac:spMk id="53" creationId="{1E46F568-8A62-3B20-9DE7-509DF366EEF4}"/>
          </ac:spMkLst>
        </pc:spChg>
        <pc:spChg chg="add mod">
          <ac:chgData name="Ryo Yanagida" userId="ec43b486-e8c3-44d0-a3f4-7d289d290fc6" providerId="ADAL" clId="{F16CB470-D8BD-5449-B3D8-4EF963A60897}" dt="2025-07-16T14:15:44.666" v="6968" actId="1076"/>
          <ac:spMkLst>
            <pc:docMk/>
            <pc:sldMk cId="3025288505" sldId="419"/>
            <ac:spMk id="58" creationId="{E4A39AC9-64EE-1744-E816-66E6E6B28F3E}"/>
          </ac:spMkLst>
        </pc:spChg>
        <pc:spChg chg="add mod">
          <ac:chgData name="Ryo Yanagida" userId="ec43b486-e8c3-44d0-a3f4-7d289d290fc6" providerId="ADAL" clId="{F16CB470-D8BD-5449-B3D8-4EF963A60897}" dt="2025-07-16T13:31:51.966" v="4903" actId="14100"/>
          <ac:spMkLst>
            <pc:docMk/>
            <pc:sldMk cId="3025288505" sldId="419"/>
            <ac:spMk id="59" creationId="{76A87EDC-A9B6-C324-2651-54B74F434544}"/>
          </ac:spMkLst>
        </pc:spChg>
        <pc:spChg chg="add mod">
          <ac:chgData name="Ryo Yanagida" userId="ec43b486-e8c3-44d0-a3f4-7d289d290fc6" providerId="ADAL" clId="{F16CB470-D8BD-5449-B3D8-4EF963A60897}" dt="2025-07-16T14:15:23.251" v="6942" actId="1076"/>
          <ac:spMkLst>
            <pc:docMk/>
            <pc:sldMk cId="3025288505" sldId="419"/>
            <ac:spMk id="74" creationId="{CF8564AE-D2EB-BF9E-2F94-AADC3A16219A}"/>
          </ac:spMkLst>
        </pc:spChg>
        <pc:spChg chg="add mod">
          <ac:chgData name="Ryo Yanagida" userId="ec43b486-e8c3-44d0-a3f4-7d289d290fc6" providerId="ADAL" clId="{F16CB470-D8BD-5449-B3D8-4EF963A60897}" dt="2025-07-16T14:09:15.427" v="6335" actId="1076"/>
          <ac:spMkLst>
            <pc:docMk/>
            <pc:sldMk cId="3025288505" sldId="419"/>
            <ac:spMk id="83" creationId="{139A71E0-A988-E353-FFCB-1716223BA619}"/>
          </ac:spMkLst>
        </pc:spChg>
        <pc:spChg chg="add mod">
          <ac:chgData name="Ryo Yanagida" userId="ec43b486-e8c3-44d0-a3f4-7d289d290fc6" providerId="ADAL" clId="{F16CB470-D8BD-5449-B3D8-4EF963A60897}" dt="2025-07-16T14:13:58.886" v="6875" actId="1076"/>
          <ac:spMkLst>
            <pc:docMk/>
            <pc:sldMk cId="3025288505" sldId="419"/>
            <ac:spMk id="94" creationId="{140BC3A8-20AE-3BF4-F812-5DD916910F84}"/>
          </ac:spMkLst>
        </pc:spChg>
        <pc:spChg chg="add mod">
          <ac:chgData name="Ryo Yanagida" userId="ec43b486-e8c3-44d0-a3f4-7d289d290fc6" providerId="ADAL" clId="{F16CB470-D8BD-5449-B3D8-4EF963A60897}" dt="2025-07-16T14:14:04.865" v="6889" actId="20577"/>
          <ac:spMkLst>
            <pc:docMk/>
            <pc:sldMk cId="3025288505" sldId="419"/>
            <ac:spMk id="95" creationId="{10DFF56F-0D73-57E9-C8DE-4E2AE4747ECC}"/>
          </ac:spMkLst>
        </pc:spChg>
        <pc:spChg chg="add mod">
          <ac:chgData name="Ryo Yanagida" userId="ec43b486-e8c3-44d0-a3f4-7d289d290fc6" providerId="ADAL" clId="{F16CB470-D8BD-5449-B3D8-4EF963A60897}" dt="2025-07-16T14:14:17.303" v="6903" actId="20577"/>
          <ac:spMkLst>
            <pc:docMk/>
            <pc:sldMk cId="3025288505" sldId="419"/>
            <ac:spMk id="96" creationId="{E2FB0702-2FEF-43F0-E72B-DC20C45FACEA}"/>
          </ac:spMkLst>
        </pc:spChg>
        <pc:spChg chg="add mod">
          <ac:chgData name="Ryo Yanagida" userId="ec43b486-e8c3-44d0-a3f4-7d289d290fc6" providerId="ADAL" clId="{F16CB470-D8BD-5449-B3D8-4EF963A60897}" dt="2025-07-16T14:14:27.151" v="6915" actId="20577"/>
          <ac:spMkLst>
            <pc:docMk/>
            <pc:sldMk cId="3025288505" sldId="419"/>
            <ac:spMk id="97" creationId="{EB89D8C3-97FE-3820-3862-8C94DB9ED4CA}"/>
          </ac:spMkLst>
        </pc:spChg>
        <pc:spChg chg="add mod">
          <ac:chgData name="Ryo Yanagida" userId="ec43b486-e8c3-44d0-a3f4-7d289d290fc6" providerId="ADAL" clId="{F16CB470-D8BD-5449-B3D8-4EF963A60897}" dt="2025-07-16T14:14:35.955" v="6924" actId="14100"/>
          <ac:spMkLst>
            <pc:docMk/>
            <pc:sldMk cId="3025288505" sldId="419"/>
            <ac:spMk id="98" creationId="{0B16B63C-1691-8E61-2026-099750625A5D}"/>
          </ac:spMkLst>
        </pc:spChg>
        <pc:spChg chg="add mod">
          <ac:chgData name="Ryo Yanagida" userId="ec43b486-e8c3-44d0-a3f4-7d289d290fc6" providerId="ADAL" clId="{F16CB470-D8BD-5449-B3D8-4EF963A60897}" dt="2025-07-16T14:15:38.412" v="6965" actId="20577"/>
          <ac:spMkLst>
            <pc:docMk/>
            <pc:sldMk cId="3025288505" sldId="419"/>
            <ac:spMk id="117" creationId="{2FDBF7FE-63E0-60F4-1B87-46DD10E8E6A3}"/>
          </ac:spMkLst>
        </pc:spChg>
        <pc:spChg chg="add mod">
          <ac:chgData name="Ryo Yanagida" userId="ec43b486-e8c3-44d0-a3f4-7d289d290fc6" providerId="ADAL" clId="{F16CB470-D8BD-5449-B3D8-4EF963A60897}" dt="2025-07-16T14:17:51.124" v="7173" actId="1076"/>
          <ac:spMkLst>
            <pc:docMk/>
            <pc:sldMk cId="3025288505" sldId="419"/>
            <ac:spMk id="118" creationId="{6F8DA0A9-1BDA-6F2F-C0A6-34EC776D9600}"/>
          </ac:spMkLst>
        </pc:spChg>
        <pc:cxnChg chg="add mod">
          <ac:chgData name="Ryo Yanagida" userId="ec43b486-e8c3-44d0-a3f4-7d289d290fc6" providerId="ADAL" clId="{F16CB470-D8BD-5449-B3D8-4EF963A60897}" dt="2025-07-16T14:08:33.786" v="6307" actId="14100"/>
          <ac:cxnSpMkLst>
            <pc:docMk/>
            <pc:sldMk cId="3025288505" sldId="419"/>
            <ac:cxnSpMk id="5" creationId="{70ED7730-8ECE-F9F4-32FB-5C85DE4F6300}"/>
          </ac:cxnSpMkLst>
        </pc:cxnChg>
        <pc:cxnChg chg="add mod">
          <ac:chgData name="Ryo Yanagida" userId="ec43b486-e8c3-44d0-a3f4-7d289d290fc6" providerId="ADAL" clId="{F16CB470-D8BD-5449-B3D8-4EF963A60897}" dt="2025-07-16T14:08:48.815" v="6313" actId="14100"/>
          <ac:cxnSpMkLst>
            <pc:docMk/>
            <pc:sldMk cId="3025288505" sldId="419"/>
            <ac:cxnSpMk id="12" creationId="{B9D59EC6-700B-8393-29A0-4C0A6BDAAFFE}"/>
          </ac:cxnSpMkLst>
        </pc:cxnChg>
        <pc:cxnChg chg="add mod">
          <ac:chgData name="Ryo Yanagida" userId="ec43b486-e8c3-44d0-a3f4-7d289d290fc6" providerId="ADAL" clId="{F16CB470-D8BD-5449-B3D8-4EF963A60897}" dt="2025-07-16T14:15:23.251" v="6942" actId="1076"/>
          <ac:cxnSpMkLst>
            <pc:docMk/>
            <pc:sldMk cId="3025288505" sldId="419"/>
            <ac:cxnSpMk id="13" creationId="{7A8BAA1D-802D-1AD3-81B4-ADBA5CF79AE8}"/>
          </ac:cxnSpMkLst>
        </pc:cxnChg>
        <pc:cxnChg chg="add mod">
          <ac:chgData name="Ryo Yanagida" userId="ec43b486-e8c3-44d0-a3f4-7d289d290fc6" providerId="ADAL" clId="{F16CB470-D8BD-5449-B3D8-4EF963A60897}" dt="2025-07-16T13:02:06.229" v="4834" actId="1076"/>
          <ac:cxnSpMkLst>
            <pc:docMk/>
            <pc:sldMk cId="3025288505" sldId="419"/>
            <ac:cxnSpMk id="16" creationId="{E65FF0B9-7125-2BC9-7CE5-821F1F8FDBD5}"/>
          </ac:cxnSpMkLst>
        </pc:cxnChg>
        <pc:cxnChg chg="add mod">
          <ac:chgData name="Ryo Yanagida" userId="ec43b486-e8c3-44d0-a3f4-7d289d290fc6" providerId="ADAL" clId="{F16CB470-D8BD-5449-B3D8-4EF963A60897}" dt="2025-07-16T14:15:23.251" v="6942" actId="1076"/>
          <ac:cxnSpMkLst>
            <pc:docMk/>
            <pc:sldMk cId="3025288505" sldId="419"/>
            <ac:cxnSpMk id="18" creationId="{7A91CEC1-F53D-99AA-8B98-797DFB2600E4}"/>
          </ac:cxnSpMkLst>
        </pc:cxnChg>
        <pc:cxnChg chg="add mod">
          <ac:chgData name="Ryo Yanagida" userId="ec43b486-e8c3-44d0-a3f4-7d289d290fc6" providerId="ADAL" clId="{F16CB470-D8BD-5449-B3D8-4EF963A60897}" dt="2025-07-16T14:15:23.251" v="6942" actId="1076"/>
          <ac:cxnSpMkLst>
            <pc:docMk/>
            <pc:sldMk cId="3025288505" sldId="419"/>
            <ac:cxnSpMk id="20" creationId="{5C7DB796-BC63-53AB-9DAF-10D40764EAF2}"/>
          </ac:cxnSpMkLst>
        </pc:cxnChg>
        <pc:cxnChg chg="add mod">
          <ac:chgData name="Ryo Yanagida" userId="ec43b486-e8c3-44d0-a3f4-7d289d290fc6" providerId="ADAL" clId="{F16CB470-D8BD-5449-B3D8-4EF963A60897}" dt="2025-07-16T14:13:47.192" v="6849" actId="1076"/>
          <ac:cxnSpMkLst>
            <pc:docMk/>
            <pc:sldMk cId="3025288505" sldId="419"/>
            <ac:cxnSpMk id="45" creationId="{75EFFC10-EB48-11B3-D8B8-65C6693A8044}"/>
          </ac:cxnSpMkLst>
        </pc:cxnChg>
        <pc:cxnChg chg="add mod">
          <ac:chgData name="Ryo Yanagida" userId="ec43b486-e8c3-44d0-a3f4-7d289d290fc6" providerId="ADAL" clId="{F16CB470-D8BD-5449-B3D8-4EF963A60897}" dt="2025-07-16T14:13:47.192" v="6849" actId="1076"/>
          <ac:cxnSpMkLst>
            <pc:docMk/>
            <pc:sldMk cId="3025288505" sldId="419"/>
            <ac:cxnSpMk id="47" creationId="{2DA055DF-3570-8C80-E841-E7D10F508B8E}"/>
          </ac:cxnSpMkLst>
        </pc:cxnChg>
        <pc:cxnChg chg="add mod">
          <ac:chgData name="Ryo Yanagida" userId="ec43b486-e8c3-44d0-a3f4-7d289d290fc6" providerId="ADAL" clId="{F16CB470-D8BD-5449-B3D8-4EF963A60897}" dt="2025-07-16T14:08:23.136" v="6306" actId="1582"/>
          <ac:cxnSpMkLst>
            <pc:docMk/>
            <pc:sldMk cId="3025288505" sldId="419"/>
            <ac:cxnSpMk id="78" creationId="{792B9A41-F7CC-5799-0CCF-FA9DD1EAD1E0}"/>
          </ac:cxnSpMkLst>
        </pc:cxnChg>
        <pc:cxnChg chg="add mod">
          <ac:chgData name="Ryo Yanagida" userId="ec43b486-e8c3-44d0-a3f4-7d289d290fc6" providerId="ADAL" clId="{F16CB470-D8BD-5449-B3D8-4EF963A60897}" dt="2025-07-16T14:11:27.296" v="6584" actId="1582"/>
          <ac:cxnSpMkLst>
            <pc:docMk/>
            <pc:sldMk cId="3025288505" sldId="419"/>
            <ac:cxnSpMk id="86" creationId="{989AFB3E-43A0-BAA6-1650-F8AEABBA033B}"/>
          </ac:cxnSpMkLst>
        </pc:cxnChg>
        <pc:cxnChg chg="add mod">
          <ac:chgData name="Ryo Yanagida" userId="ec43b486-e8c3-44d0-a3f4-7d289d290fc6" providerId="ADAL" clId="{F16CB470-D8BD-5449-B3D8-4EF963A60897}" dt="2025-07-16T14:14:59.157" v="6934" actId="14100"/>
          <ac:cxnSpMkLst>
            <pc:docMk/>
            <pc:sldMk cId="3025288505" sldId="419"/>
            <ac:cxnSpMk id="99" creationId="{CF316D42-2E21-561C-0B80-371BEF3F2A38}"/>
          </ac:cxnSpMkLst>
        </pc:cxnChg>
        <pc:cxnChg chg="add mod">
          <ac:chgData name="Ryo Yanagida" userId="ec43b486-e8c3-44d0-a3f4-7d289d290fc6" providerId="ADAL" clId="{F16CB470-D8BD-5449-B3D8-4EF963A60897}" dt="2025-07-16T14:15:13.384" v="6940" actId="14100"/>
          <ac:cxnSpMkLst>
            <pc:docMk/>
            <pc:sldMk cId="3025288505" sldId="419"/>
            <ac:cxnSpMk id="100" creationId="{1EBE23F7-3F5D-9488-C35F-8E91E6293834}"/>
          </ac:cxnSpMkLst>
        </pc:cxnChg>
        <pc:cxnChg chg="add mod">
          <ac:chgData name="Ryo Yanagida" userId="ec43b486-e8c3-44d0-a3f4-7d289d290fc6" providerId="ADAL" clId="{F16CB470-D8BD-5449-B3D8-4EF963A60897}" dt="2025-07-16T14:15:06.305" v="6937" actId="14100"/>
          <ac:cxnSpMkLst>
            <pc:docMk/>
            <pc:sldMk cId="3025288505" sldId="419"/>
            <ac:cxnSpMk id="101" creationId="{B82B0494-1BF5-A980-0422-C030875D525D}"/>
          </ac:cxnSpMkLst>
        </pc:cxnChg>
        <pc:cxnChg chg="add mod">
          <ac:chgData name="Ryo Yanagida" userId="ec43b486-e8c3-44d0-a3f4-7d289d290fc6" providerId="ADAL" clId="{F16CB470-D8BD-5449-B3D8-4EF963A60897}" dt="2025-07-16T14:15:16.144" v="6941" actId="14100"/>
          <ac:cxnSpMkLst>
            <pc:docMk/>
            <pc:sldMk cId="3025288505" sldId="419"/>
            <ac:cxnSpMk id="102" creationId="{741891CA-5814-99DC-5132-BCAA8CAAEBED}"/>
          </ac:cxnSpMkLst>
        </pc:cxnChg>
        <pc:cxnChg chg="add mod">
          <ac:chgData name="Ryo Yanagida" userId="ec43b486-e8c3-44d0-a3f4-7d289d290fc6" providerId="ADAL" clId="{F16CB470-D8BD-5449-B3D8-4EF963A60897}" dt="2025-07-16T14:17:51.124" v="7173" actId="1076"/>
          <ac:cxnSpMkLst>
            <pc:docMk/>
            <pc:sldMk cId="3025288505" sldId="419"/>
            <ac:cxnSpMk id="119" creationId="{D9AF5FB4-F647-6F6D-3B3B-8E04651662C4}"/>
          </ac:cxnSpMkLst>
        </pc:cxnChg>
      </pc:sldChg>
      <pc:sldChg chg="add del">
        <pc:chgData name="Ryo Yanagida" userId="ec43b486-e8c3-44d0-a3f4-7d289d290fc6" providerId="ADAL" clId="{F16CB470-D8BD-5449-B3D8-4EF963A60897}" dt="2025-07-18T16:25:19.513" v="8164" actId="2696"/>
        <pc:sldMkLst>
          <pc:docMk/>
          <pc:sldMk cId="1616512920" sldId="420"/>
        </pc:sldMkLst>
      </pc:sldChg>
      <pc:sldChg chg="del">
        <pc:chgData name="Ryo Yanagida" userId="ec43b486-e8c3-44d0-a3f4-7d289d290fc6" providerId="ADAL" clId="{F16CB470-D8BD-5449-B3D8-4EF963A60897}" dt="2025-06-20T16:38:06.858" v="44" actId="2696"/>
        <pc:sldMkLst>
          <pc:docMk/>
          <pc:sldMk cId="1097243814" sldId="479"/>
        </pc:sldMkLst>
      </pc:sldChg>
      <pc:sldChg chg="del">
        <pc:chgData name="Ryo Yanagida" userId="ec43b486-e8c3-44d0-a3f4-7d289d290fc6" providerId="ADAL" clId="{F16CB470-D8BD-5449-B3D8-4EF963A60897}" dt="2025-06-20T16:38:06.869" v="50" actId="2696"/>
        <pc:sldMkLst>
          <pc:docMk/>
          <pc:sldMk cId="3039843517" sldId="480"/>
        </pc:sldMkLst>
      </pc:sldChg>
      <pc:sldChg chg="del">
        <pc:chgData name="Ryo Yanagida" userId="ec43b486-e8c3-44d0-a3f4-7d289d290fc6" providerId="ADAL" clId="{F16CB470-D8BD-5449-B3D8-4EF963A60897}" dt="2025-06-20T16:38:06.860" v="45" actId="2696"/>
        <pc:sldMkLst>
          <pc:docMk/>
          <pc:sldMk cId="1035235603" sldId="481"/>
        </pc:sldMkLst>
      </pc:sldChg>
      <pc:sldChg chg="del">
        <pc:chgData name="Ryo Yanagida" userId="ec43b486-e8c3-44d0-a3f4-7d289d290fc6" providerId="ADAL" clId="{F16CB470-D8BD-5449-B3D8-4EF963A60897}" dt="2025-06-20T16:38:06.862" v="47" actId="2696"/>
        <pc:sldMkLst>
          <pc:docMk/>
          <pc:sldMk cId="1364419395" sldId="482"/>
        </pc:sldMkLst>
      </pc:sldChg>
      <pc:sldChg chg="del">
        <pc:chgData name="Ryo Yanagida" userId="ec43b486-e8c3-44d0-a3f4-7d289d290fc6" providerId="ADAL" clId="{F16CB470-D8BD-5449-B3D8-4EF963A60897}" dt="2025-06-20T16:38:06.863" v="48" actId="2696"/>
        <pc:sldMkLst>
          <pc:docMk/>
          <pc:sldMk cId="3123057367" sldId="483"/>
        </pc:sldMkLst>
      </pc:sldChg>
      <pc:sldChg chg="del">
        <pc:chgData name="Ryo Yanagida" userId="ec43b486-e8c3-44d0-a3f4-7d289d290fc6" providerId="ADAL" clId="{F16CB470-D8BD-5449-B3D8-4EF963A60897}" dt="2025-06-20T16:38:06.877" v="51" actId="2696"/>
        <pc:sldMkLst>
          <pc:docMk/>
          <pc:sldMk cId="2594932521" sldId="484"/>
        </pc:sldMkLst>
      </pc:sldChg>
      <pc:sldChg chg="del">
        <pc:chgData name="Ryo Yanagida" userId="ec43b486-e8c3-44d0-a3f4-7d289d290fc6" providerId="ADAL" clId="{F16CB470-D8BD-5449-B3D8-4EF963A60897}" dt="2025-06-20T16:38:06.861" v="46" actId="2696"/>
        <pc:sldMkLst>
          <pc:docMk/>
          <pc:sldMk cId="207084358" sldId="485"/>
        </pc:sldMkLst>
      </pc:sldChg>
      <pc:sldChg chg="del">
        <pc:chgData name="Ryo Yanagida" userId="ec43b486-e8c3-44d0-a3f4-7d289d290fc6" providerId="ADAL" clId="{F16CB470-D8BD-5449-B3D8-4EF963A60897}" dt="2025-06-20T16:38:06.863" v="49" actId="2696"/>
        <pc:sldMkLst>
          <pc:docMk/>
          <pc:sldMk cId="3507779569" sldId="486"/>
        </pc:sldMkLst>
      </pc:sldChg>
      <pc:sldMasterChg chg="setBg modSldLayout">
        <pc:chgData name="Ryo Yanagida" userId="ec43b486-e8c3-44d0-a3f4-7d289d290fc6" providerId="ADAL" clId="{F16CB470-D8BD-5449-B3D8-4EF963A60897}" dt="2025-07-15T14:07:46.658" v="4744"/>
        <pc:sldMasterMkLst>
          <pc:docMk/>
          <pc:sldMasterMk cId="3635699181" sldId="2147483648"/>
        </pc:sldMasterMkLst>
        <pc:sldLayoutChg chg="setBg">
          <pc:chgData name="Ryo Yanagida" userId="ec43b486-e8c3-44d0-a3f4-7d289d290fc6" providerId="ADAL" clId="{F16CB470-D8BD-5449-B3D8-4EF963A60897}" dt="2025-07-03T13:48:07.302" v="782"/>
          <pc:sldLayoutMkLst>
            <pc:docMk/>
            <pc:sldMasterMk cId="3635699181" sldId="2147483648"/>
            <pc:sldLayoutMk cId="1184273414" sldId="2147483649"/>
          </pc:sldLayoutMkLst>
        </pc:sldLayoutChg>
        <pc:sldLayoutChg chg="setBg">
          <pc:chgData name="Ryo Yanagida" userId="ec43b486-e8c3-44d0-a3f4-7d289d290fc6" providerId="ADAL" clId="{F16CB470-D8BD-5449-B3D8-4EF963A60897}" dt="2025-07-03T13:48:07.302" v="782"/>
          <pc:sldLayoutMkLst>
            <pc:docMk/>
            <pc:sldMasterMk cId="3635699181" sldId="2147483648"/>
            <pc:sldLayoutMk cId="3412524663" sldId="2147483652"/>
          </pc:sldLayoutMkLst>
        </pc:sldLayoutChg>
        <pc:sldLayoutChg chg="setBg">
          <pc:chgData name="Ryo Yanagida" userId="ec43b486-e8c3-44d0-a3f4-7d289d290fc6" providerId="ADAL" clId="{F16CB470-D8BD-5449-B3D8-4EF963A60897}" dt="2025-07-03T13:48:07.302" v="782"/>
          <pc:sldLayoutMkLst>
            <pc:docMk/>
            <pc:sldMasterMk cId="3635699181" sldId="2147483648"/>
            <pc:sldLayoutMk cId="2249408175" sldId="2147483653"/>
          </pc:sldLayoutMkLst>
        </pc:sldLayoutChg>
        <pc:sldLayoutChg chg="setBg">
          <pc:chgData name="Ryo Yanagida" userId="ec43b486-e8c3-44d0-a3f4-7d289d290fc6" providerId="ADAL" clId="{F16CB470-D8BD-5449-B3D8-4EF963A60897}" dt="2025-07-03T13:48:07.302" v="782"/>
          <pc:sldLayoutMkLst>
            <pc:docMk/>
            <pc:sldMasterMk cId="3635699181" sldId="2147483648"/>
            <pc:sldLayoutMk cId="1101283040" sldId="2147483654"/>
          </pc:sldLayoutMkLst>
        </pc:sldLayoutChg>
        <pc:sldLayoutChg chg="setBg">
          <pc:chgData name="Ryo Yanagida" userId="ec43b486-e8c3-44d0-a3f4-7d289d290fc6" providerId="ADAL" clId="{F16CB470-D8BD-5449-B3D8-4EF963A60897}" dt="2025-07-03T13:48:07.302" v="782"/>
          <pc:sldLayoutMkLst>
            <pc:docMk/>
            <pc:sldMasterMk cId="3635699181" sldId="2147483648"/>
            <pc:sldLayoutMk cId="2328039894" sldId="2147483656"/>
          </pc:sldLayoutMkLst>
        </pc:sldLayoutChg>
        <pc:sldLayoutChg chg="setBg">
          <pc:chgData name="Ryo Yanagida" userId="ec43b486-e8c3-44d0-a3f4-7d289d290fc6" providerId="ADAL" clId="{F16CB470-D8BD-5449-B3D8-4EF963A60897}" dt="2025-07-03T13:48:07.302" v="782"/>
          <pc:sldLayoutMkLst>
            <pc:docMk/>
            <pc:sldMasterMk cId="3635699181" sldId="2147483648"/>
            <pc:sldLayoutMk cId="176892827" sldId="2147483683"/>
          </pc:sldLayoutMkLst>
        </pc:sldLayoutChg>
        <pc:sldLayoutChg chg="setBg">
          <pc:chgData name="Ryo Yanagida" userId="ec43b486-e8c3-44d0-a3f4-7d289d290fc6" providerId="ADAL" clId="{F16CB470-D8BD-5449-B3D8-4EF963A60897}" dt="2025-07-03T13:48:07.302" v="782"/>
          <pc:sldLayoutMkLst>
            <pc:docMk/>
            <pc:sldMasterMk cId="3635699181" sldId="2147483648"/>
            <pc:sldLayoutMk cId="1163810323" sldId="2147483684"/>
          </pc:sldLayoutMkLst>
        </pc:sldLayoutChg>
        <pc:sldLayoutChg chg="addSp delSp modSp mod setBg">
          <pc:chgData name="Ryo Yanagida" userId="ec43b486-e8c3-44d0-a3f4-7d289d290fc6" providerId="ADAL" clId="{F16CB470-D8BD-5449-B3D8-4EF963A60897}" dt="2025-07-15T14:07:46.658" v="4744"/>
          <pc:sldLayoutMkLst>
            <pc:docMk/>
            <pc:sldMasterMk cId="3635699181" sldId="2147483648"/>
            <pc:sldLayoutMk cId="4281515698" sldId="2147483687"/>
          </pc:sldLayoutMkLst>
          <pc:spChg chg="add mod">
            <ac:chgData name="Ryo Yanagida" userId="ec43b486-e8c3-44d0-a3f4-7d289d290fc6" providerId="ADAL" clId="{F16CB470-D8BD-5449-B3D8-4EF963A60897}" dt="2025-07-01T12:52:41.819" v="723"/>
            <ac:spMkLst>
              <pc:docMk/>
              <pc:sldMasterMk cId="3635699181" sldId="2147483648"/>
              <pc:sldLayoutMk cId="4281515698" sldId="2147483687"/>
              <ac:spMk id="2" creationId="{A7A55A40-F739-8C4D-7514-02EC7A9AD124}"/>
            </ac:spMkLst>
          </pc:spChg>
          <pc:spChg chg="add mod">
            <ac:chgData name="Ryo Yanagida" userId="ec43b486-e8c3-44d0-a3f4-7d289d290fc6" providerId="ADAL" clId="{F16CB470-D8BD-5449-B3D8-4EF963A60897}" dt="2025-07-01T12:52:41.819" v="723"/>
            <ac:spMkLst>
              <pc:docMk/>
              <pc:sldMasterMk cId="3635699181" sldId="2147483648"/>
              <pc:sldLayoutMk cId="4281515698" sldId="2147483687"/>
              <ac:spMk id="3" creationId="{E1F9C4D7-765C-375D-EF27-0030D810192A}"/>
            </ac:spMkLst>
          </pc:spChg>
          <pc:spChg chg="mod">
            <ac:chgData name="Ryo Yanagida" userId="ec43b486-e8c3-44d0-a3f4-7d289d290fc6" providerId="ADAL" clId="{F16CB470-D8BD-5449-B3D8-4EF963A60897}" dt="2025-07-01T12:52:50.580" v="724" actId="14100"/>
            <ac:spMkLst>
              <pc:docMk/>
              <pc:sldMasterMk cId="3635699181" sldId="2147483648"/>
              <pc:sldLayoutMk cId="4281515698" sldId="2147483687"/>
              <ac:spMk id="9" creationId="{F41A95EC-0528-8A4C-BE96-445CDE1B347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explored a range of design consideration for QoS Policy Distribution </a:t>
            </a:r>
          </a:p>
          <a:p>
            <a:br>
              <a:rPr lang="en-GB" dirty="0"/>
            </a:br>
            <a:r>
              <a:rPr lang="en-GB" dirty="0"/>
              <a:t>First, we looked at naming; since the protocol itself is Name-based, there are many ‘names’ to consider. </a:t>
            </a:r>
          </a:p>
          <a:p>
            <a:pPr marL="171450" indent="-171450">
              <a:buFontTx/>
              <a:buChar char="-"/>
            </a:pPr>
            <a:r>
              <a:rPr lang="en-GB" dirty="0"/>
              <a:t>Name of the content, and its prefix</a:t>
            </a:r>
          </a:p>
          <a:p>
            <a:pPr marL="171450" indent="-171450">
              <a:buFontTx/>
              <a:buChar char="-"/>
            </a:pPr>
            <a:r>
              <a:rPr lang="en-GB" dirty="0"/>
              <a:t>Name of the forwarder or a group of forwarder</a:t>
            </a:r>
          </a:p>
          <a:p>
            <a:pPr marL="171450" indent="-171450">
              <a:buFontTx/>
              <a:buChar char="-"/>
            </a:pPr>
            <a:r>
              <a:rPr lang="en-GB" dirty="0"/>
              <a:t>Naming of policy </a:t>
            </a:r>
          </a:p>
          <a:p>
            <a:pPr marL="628650" lvl="1" indent="-171450">
              <a:buFontTx/>
              <a:buChar char="-"/>
            </a:pPr>
            <a:r>
              <a:rPr lang="en-GB" dirty="0"/>
              <a:t>Version of policy</a:t>
            </a:r>
          </a:p>
          <a:p>
            <a:pPr marL="171450" lvl="0" indent="-171450">
              <a:buFontTx/>
              <a:buChar char="-"/>
            </a:pPr>
            <a:r>
              <a:rPr lang="en-GB" dirty="0"/>
              <a:t>The way we structure them affects how granular we can configure policy. Because the policy is fetched by name, this affects how the forwarder can fetch policies in bulk</a:t>
            </a:r>
          </a:p>
          <a:p>
            <a:pPr marL="171450" lvl="0" indent="-171450">
              <a:buFontTx/>
              <a:buChar char="-"/>
            </a:pPr>
            <a:endParaRPr lang="en-GB" dirty="0"/>
          </a:p>
          <a:p>
            <a:pPr marL="0" lvl="0" indent="0">
              <a:buFontTx/>
              <a:buNone/>
            </a:pPr>
            <a:r>
              <a:rPr lang="en-GB" dirty="0"/>
              <a:t>We also looked at timing requirements of policy updates. </a:t>
            </a:r>
          </a:p>
          <a:p>
            <a:pPr marL="0" lvl="0" indent="0">
              <a:buFontTx/>
              <a:buNone/>
            </a:pPr>
            <a:r>
              <a:rPr lang="en-GB" dirty="0"/>
              <a:t>We considered types of update; scheduled, on-demand — traffic triggered policy change, and traffic management — network operator triggered policy change.</a:t>
            </a:r>
          </a:p>
          <a:p>
            <a:pPr marL="0" lvl="0" indent="0">
              <a:buFontTx/>
              <a:buNone/>
            </a:pPr>
            <a:r>
              <a:rPr lang="en-GB" dirty="0"/>
              <a:t>We also looked at it in terms of distribution and application; when to fetch the policy and when to apply the policy. </a:t>
            </a:r>
          </a:p>
          <a:p>
            <a:pPr marL="0" lvl="0" indent="0">
              <a:buFontTx/>
              <a:buNone/>
            </a:pPr>
            <a:r>
              <a:rPr lang="en-GB" dirty="0"/>
              <a:t>These depends on the use-case and informs update trigger mechanism choice. </a:t>
            </a:r>
          </a:p>
          <a:p>
            <a:pPr marL="0" lvl="0" indent="0">
              <a:buFontTx/>
              <a:buNone/>
            </a:pPr>
            <a:r>
              <a:rPr lang="en-GB" dirty="0"/>
              <a:t>Scheduled is fairly self-explanatory, for On-Demand, perhaps we can pre-distribute, but activate once the user triggers a priority, like pay-per-view service might get a priority.</a:t>
            </a:r>
          </a:p>
          <a:p>
            <a:pPr marL="0" lvl="0" indent="0">
              <a:buFontTx/>
              <a:buNone/>
            </a:pPr>
            <a:r>
              <a:rPr lang="en-GB" dirty="0"/>
              <a:t>If the application of the policy must be immediate, the distribution probably needs to be immediate too. </a:t>
            </a:r>
          </a:p>
          <a:p>
            <a:pPr marL="0" lvl="0" indent="0">
              <a:buFontTx/>
              <a:buNone/>
            </a:pPr>
            <a:endParaRPr lang="en-GB" dirty="0"/>
          </a:p>
          <a:p>
            <a:pPr marL="0" lvl="0" indent="0">
              <a:buFontTx/>
              <a:buNone/>
            </a:pPr>
            <a:r>
              <a:rPr lang="en-GB" dirty="0"/>
              <a:t>One of the challenges of Name-based approach is that the host receiving the data must initiate communication — i.e. no mechanism to push the data but rather, a mechanism to trigger data fetch. </a:t>
            </a:r>
          </a:p>
          <a:p>
            <a:pPr marL="0" lvl="0" indent="0">
              <a:buFontTx/>
              <a:buNone/>
            </a:pPr>
            <a:endParaRPr lang="en-GB" dirty="0"/>
          </a:p>
          <a:p>
            <a:pPr marL="0" lvl="0" indent="0">
              <a:buFontTx/>
              <a:buNone/>
            </a:pPr>
            <a:r>
              <a:rPr lang="en-GB" dirty="0"/>
              <a:t>We also considered how these policy update should be formatted or structured. This affects the way policy names are done including how they are structured. </a:t>
            </a:r>
          </a:p>
          <a:p>
            <a:pPr marL="0" lvl="0" indent="0">
              <a:buFontTx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10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then came up with a potential scenario, covering different use-cases/situations where we might utilise QoS policy distribution mechanism;</a:t>
            </a:r>
          </a:p>
          <a:p>
            <a:endParaRPr lang="en-GB" dirty="0"/>
          </a:p>
          <a:p>
            <a:r>
              <a:rPr lang="en-GB" dirty="0"/>
              <a:t>Service A — Simple case with one single prefix to prioritise, just the live/ prefix. </a:t>
            </a:r>
          </a:p>
          <a:p>
            <a:endParaRPr lang="en-GB" dirty="0"/>
          </a:p>
          <a:p>
            <a:r>
              <a:rPr lang="en-GB" dirty="0"/>
              <a:t>Service B — A bit more complex with temporary prefix; either bloat the policy store in advance, and trigger, or set forwarders to fetch them as traffic passes through, just for </a:t>
            </a:r>
            <a:r>
              <a:rPr lang="en-GB" dirty="0" err="1"/>
              <a:t>service_b</a:t>
            </a:r>
            <a:r>
              <a:rPr lang="en-GB" dirty="0"/>
              <a:t> traffic</a:t>
            </a:r>
          </a:p>
          <a:p>
            <a:endParaRPr lang="en-GB" dirty="0"/>
          </a:p>
          <a:p>
            <a:r>
              <a:rPr lang="en-GB" dirty="0"/>
              <a:t>Service C — Since each content prefix comes with separate /premium/ name component, bloats policies, requiring individual &lt;</a:t>
            </a:r>
            <a:r>
              <a:rPr lang="en-GB" dirty="0" err="1"/>
              <a:t>content_name</a:t>
            </a:r>
            <a:r>
              <a:rPr lang="en-GB" dirty="0"/>
              <a:t>&gt;/premium entries, </a:t>
            </a:r>
          </a:p>
          <a:p>
            <a:endParaRPr lang="en-GB" dirty="0"/>
          </a:p>
          <a:p>
            <a:r>
              <a:rPr lang="en-GB" dirty="0"/>
              <a:t>Service D — No agreement but since it distributes games, might prompt ISP to tame their traffic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54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35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only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2B56C0B-E29B-4842-B417-82BD0105A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41A95EC-0528-8A4C-BE96-445CDE1B34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3133" y="1705343"/>
            <a:ext cx="11487066" cy="465100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 b="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solidFill>
                  <a:srgbClr val="0035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 dirty="0"/>
              <a:t>Body text Arial 24pt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A55A40-F739-8C4D-7514-02EC7A9AD12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6674C3D-6820-E74A-96D0-A2B9108A5600}" type="datetime1">
              <a:rPr lang="en-GB" smtClean="0"/>
              <a:t>16/07/2025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F9C4D7-765C-375D-EF27-0030D810192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5156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8394F6-B44A-A84D-B407-7C744840EF2E}" type="datetime1">
              <a:rPr lang="en-GB" smtClean="0"/>
              <a:t>16/07/2025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87" r:id="rId6"/>
    <p:sldLayoutId id="2147483656" r:id="rId7"/>
    <p:sldLayoutId id="2147483684" r:id="rId8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he Gilbert Scott Building">
            <a:extLst>
              <a:ext uri="{FF2B5EF4-FFF2-40B4-BE49-F238E27FC236}">
                <a16:creationId xmlns:a16="http://schemas.microsoft.com/office/drawing/2014/main" id="{22AF5AD9-4A38-6FDC-338C-6BF49504A9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7" y="1657926"/>
            <a:ext cx="7429013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Distributing Quality of Service (QoS) Policies in</a:t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dirty="0">
                <a:solidFill>
                  <a:schemeClr val="tx1"/>
                </a:solidFill>
              </a:rPr>
              <a:t>Name-based Networks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A8ED140-A2A4-62EE-2BEB-5E5CCEB3B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" y="2576513"/>
            <a:ext cx="6492435" cy="2006504"/>
          </a:xfrm>
          <a:solidFill>
            <a:srgbClr val="FFFFFF">
              <a:alpha val="70090"/>
            </a:srgbClr>
          </a:solidFill>
        </p:spPr>
        <p:txBody>
          <a:bodyPr>
            <a:normAutofit fontScale="92500" lnSpcReduction="10000"/>
          </a:bodyPr>
          <a:lstStyle/>
          <a:p>
            <a:r>
              <a:rPr lang="en-GB" dirty="0">
                <a:solidFill>
                  <a:schemeClr val="tx1"/>
                </a:solidFill>
              </a:rPr>
              <a:t>Autonomous Network Management Systems 2025 co-located at ICDCS 2025</a:t>
            </a:r>
          </a:p>
          <a:p>
            <a:r>
              <a:rPr lang="en-GB" dirty="0">
                <a:solidFill>
                  <a:schemeClr val="tx1"/>
                </a:solidFill>
              </a:rPr>
              <a:t>Ryo Yanagida</a:t>
            </a:r>
            <a:r>
              <a:rPr lang="en-GB" baseline="30000" dirty="0">
                <a:solidFill>
                  <a:schemeClr val="tx1"/>
                </a:solidFill>
              </a:rPr>
              <a:t>1</a:t>
            </a:r>
            <a:r>
              <a:rPr lang="en-GB" dirty="0">
                <a:solidFill>
                  <a:schemeClr val="tx1"/>
                </a:solidFill>
              </a:rPr>
              <a:t>, Jeremy Singer</a:t>
            </a:r>
            <a:r>
              <a:rPr lang="en-GB" baseline="30000" dirty="0">
                <a:solidFill>
                  <a:schemeClr val="tx1"/>
                </a:solidFill>
              </a:rPr>
              <a:t>1</a:t>
            </a:r>
            <a:r>
              <a:rPr lang="en-GB" dirty="0">
                <a:solidFill>
                  <a:schemeClr val="tx1"/>
                </a:solidFill>
              </a:rPr>
              <a:t>, Paul Harvey</a:t>
            </a:r>
            <a:r>
              <a:rPr lang="en-GB" baseline="30000" dirty="0">
                <a:solidFill>
                  <a:schemeClr val="tx1"/>
                </a:solidFill>
              </a:rPr>
              <a:t>1</a:t>
            </a:r>
            <a:r>
              <a:rPr lang="en-GB" dirty="0">
                <a:solidFill>
                  <a:schemeClr val="tx1"/>
                </a:solidFill>
              </a:rPr>
              <a:t>, Leon Wong</a:t>
            </a:r>
            <a:r>
              <a:rPr lang="en-GB" baseline="30000" dirty="0">
                <a:solidFill>
                  <a:schemeClr val="tx1"/>
                </a:solidFill>
              </a:rPr>
              <a:t>2</a:t>
            </a:r>
            <a:r>
              <a:rPr lang="en-GB" dirty="0">
                <a:solidFill>
                  <a:schemeClr val="tx1"/>
                </a:solidFill>
              </a:rPr>
              <a:t>, and Colin Perkins</a:t>
            </a:r>
            <a:r>
              <a:rPr lang="en-GB" baseline="30000" dirty="0">
                <a:solidFill>
                  <a:schemeClr val="tx1"/>
                </a:solidFill>
              </a:rPr>
              <a:t>1</a:t>
            </a:r>
          </a:p>
          <a:p>
            <a:pPr>
              <a:lnSpc>
                <a:spcPct val="110000"/>
              </a:lnSpc>
            </a:pPr>
            <a:r>
              <a:rPr lang="en-GB" sz="1900" dirty="0">
                <a:solidFill>
                  <a:schemeClr val="tx1"/>
                </a:solidFill>
              </a:rPr>
              <a:t>[1] University of Glasgow</a:t>
            </a:r>
            <a:br>
              <a:rPr lang="en-GB" sz="1900" dirty="0">
                <a:solidFill>
                  <a:schemeClr val="tx1"/>
                </a:solidFill>
              </a:rPr>
            </a:br>
            <a:r>
              <a:rPr lang="en-GB" sz="1900" dirty="0">
                <a:solidFill>
                  <a:schemeClr val="tx1"/>
                </a:solidFill>
              </a:rPr>
              <a:t>[2] Rakuten Mobile, Inc.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51B45A-574B-DA50-ED62-A5E901FD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Context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7460FE-F282-D126-7384-96FA9D9C4D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CDNs provide pull-based data delivery and are ubiquitous</a:t>
            </a:r>
          </a:p>
          <a:p>
            <a:r>
              <a:rPr lang="en-GB" dirty="0"/>
              <a:t>Name-based networking moves CDNs pull-based model down the stack</a:t>
            </a:r>
          </a:p>
          <a:p>
            <a:pPr lvl="1"/>
            <a:r>
              <a:rPr lang="en-GB" dirty="0"/>
              <a:t>Part of the fundamental networking core infrastructure</a:t>
            </a:r>
          </a:p>
          <a:p>
            <a:pPr lvl="1"/>
            <a:r>
              <a:rPr lang="en-GB" dirty="0"/>
              <a:t>Providing pervasive caching natively</a:t>
            </a:r>
          </a:p>
          <a:p>
            <a:r>
              <a:rPr lang="en-GB" dirty="0"/>
              <a:t>How to apply QoS to name-based networks?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EB31F6-4FC0-2C39-95F8-57439678BD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843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51B45A-574B-DA50-ED62-A5E901FD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— Current Internet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0150B0-0F42-1E6F-993E-692E91FFF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705343"/>
            <a:ext cx="11487066" cy="1048744"/>
          </a:xfrm>
        </p:spPr>
        <p:txBody>
          <a:bodyPr>
            <a:normAutofit fontScale="92500"/>
          </a:bodyPr>
          <a:lstStyle/>
          <a:p>
            <a:r>
              <a:rPr lang="en-GB" dirty="0"/>
              <a:t>Current Internet sets up individual flows between the two hosts</a:t>
            </a:r>
          </a:p>
          <a:p>
            <a:r>
              <a:rPr lang="en-GB" dirty="0"/>
              <a:t>Clients independently asks for the data and they receive the requested data separately</a:t>
            </a:r>
          </a:p>
          <a:p>
            <a:endParaRPr lang="en-GB" dirty="0"/>
          </a:p>
        </p:txBody>
      </p:sp>
      <p:pic>
        <p:nvPicPr>
          <p:cNvPr id="42" name="Graphic 41" descr="Internet with solid fill">
            <a:extLst>
              <a:ext uri="{FF2B5EF4-FFF2-40B4-BE49-F238E27FC236}">
                <a16:creationId xmlns:a16="http://schemas.microsoft.com/office/drawing/2014/main" id="{7E32D1E3-C04E-FF90-859D-A3AFEE272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07345" y="3407979"/>
            <a:ext cx="914400" cy="914400"/>
          </a:xfrm>
          <a:prstGeom prst="rect">
            <a:avLst/>
          </a:prstGeom>
        </p:spPr>
      </p:pic>
      <p:pic>
        <p:nvPicPr>
          <p:cNvPr id="43" name="Graphic 42" descr="Internet with solid fill">
            <a:extLst>
              <a:ext uri="{FF2B5EF4-FFF2-40B4-BE49-F238E27FC236}">
                <a16:creationId xmlns:a16="http://schemas.microsoft.com/office/drawing/2014/main" id="{851996AA-A986-2169-1D91-96921B4ED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4545" y="4322379"/>
            <a:ext cx="914400" cy="914400"/>
          </a:xfrm>
          <a:prstGeom prst="rect">
            <a:avLst/>
          </a:prstGeom>
        </p:spPr>
      </p:pic>
      <p:pic>
        <p:nvPicPr>
          <p:cNvPr id="45" name="Graphic 44" descr="Server with solid fill">
            <a:extLst>
              <a:ext uri="{FF2B5EF4-FFF2-40B4-BE49-F238E27FC236}">
                <a16:creationId xmlns:a16="http://schemas.microsoft.com/office/drawing/2014/main" id="{46D5E04B-4AC1-AB82-AD4F-F4185CCC4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87812" y="3578269"/>
            <a:ext cx="914400" cy="914400"/>
          </a:xfrm>
          <a:prstGeom prst="rect">
            <a:avLst/>
          </a:prstGeom>
        </p:spPr>
      </p:pic>
      <p:sp>
        <p:nvSpPr>
          <p:cNvPr id="48" name="Cloud Callout 47">
            <a:extLst>
              <a:ext uri="{FF2B5EF4-FFF2-40B4-BE49-F238E27FC236}">
                <a16:creationId xmlns:a16="http://schemas.microsoft.com/office/drawing/2014/main" id="{ADC70500-9580-FB4E-6531-54F902785DCC}"/>
              </a:ext>
            </a:extLst>
          </p:cNvPr>
          <p:cNvSpPr/>
          <p:nvPr/>
        </p:nvSpPr>
        <p:spPr>
          <a:xfrm>
            <a:off x="5504857" y="3190359"/>
            <a:ext cx="1351244" cy="801094"/>
          </a:xfrm>
          <a:prstGeom prst="cloudCallout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AC8BF5-C80E-A0E5-BD79-F8C263B88EA4}"/>
              </a:ext>
            </a:extLst>
          </p:cNvPr>
          <p:cNvCxnSpPr>
            <a:cxnSpLocks/>
          </p:cNvCxnSpPr>
          <p:nvPr/>
        </p:nvCxnSpPr>
        <p:spPr>
          <a:xfrm>
            <a:off x="3277109" y="3883069"/>
            <a:ext cx="81452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AC52EA4-3957-68B7-B7AC-4E2D856A8F1F}"/>
              </a:ext>
            </a:extLst>
          </p:cNvPr>
          <p:cNvCxnSpPr>
            <a:cxnSpLocks/>
          </p:cNvCxnSpPr>
          <p:nvPr/>
        </p:nvCxnSpPr>
        <p:spPr>
          <a:xfrm flipV="1">
            <a:off x="3729008" y="4322379"/>
            <a:ext cx="407263" cy="4572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BC22470-E61B-224E-22A4-715A040A8000}"/>
              </a:ext>
            </a:extLst>
          </p:cNvPr>
          <p:cNvCxnSpPr>
            <a:cxnSpLocks/>
          </p:cNvCxnSpPr>
          <p:nvPr/>
        </p:nvCxnSpPr>
        <p:spPr>
          <a:xfrm>
            <a:off x="4900976" y="3883069"/>
            <a:ext cx="60388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Database with solid fill">
            <a:extLst>
              <a:ext uri="{FF2B5EF4-FFF2-40B4-BE49-F238E27FC236}">
                <a16:creationId xmlns:a16="http://schemas.microsoft.com/office/drawing/2014/main" id="{987511B6-E7D5-8606-9BEF-DC6964A39B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2849" y="3572353"/>
            <a:ext cx="914400" cy="914400"/>
          </a:xfrm>
          <a:prstGeom prst="rect">
            <a:avLst/>
          </a:prstGeom>
        </p:spPr>
      </p:pic>
      <p:pic>
        <p:nvPicPr>
          <p:cNvPr id="59" name="Graphic 58" descr="Server with solid fill">
            <a:extLst>
              <a:ext uri="{FF2B5EF4-FFF2-40B4-BE49-F238E27FC236}">
                <a16:creationId xmlns:a16="http://schemas.microsoft.com/office/drawing/2014/main" id="{516B846A-07CF-EDC6-C6AD-B2ED7BC64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89464" y="3572353"/>
            <a:ext cx="914400" cy="914400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296978B-0B80-6BA8-7220-76DF43CDA0E0}"/>
              </a:ext>
            </a:extLst>
          </p:cNvPr>
          <p:cNvCxnSpPr>
            <a:cxnSpLocks/>
          </p:cNvCxnSpPr>
          <p:nvPr/>
        </p:nvCxnSpPr>
        <p:spPr>
          <a:xfrm>
            <a:off x="6783931" y="3865179"/>
            <a:ext cx="60388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8EAB620-68C4-5581-045B-30965802AC12}"/>
              </a:ext>
            </a:extLst>
          </p:cNvPr>
          <p:cNvCxnSpPr>
            <a:cxnSpLocks/>
          </p:cNvCxnSpPr>
          <p:nvPr/>
        </p:nvCxnSpPr>
        <p:spPr>
          <a:xfrm>
            <a:off x="8230042" y="3865179"/>
            <a:ext cx="603881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A00142E-3ED1-A06D-BA0B-4430B1B5FBB2}"/>
              </a:ext>
            </a:extLst>
          </p:cNvPr>
          <p:cNvCxnSpPr>
            <a:cxnSpLocks/>
          </p:cNvCxnSpPr>
          <p:nvPr/>
        </p:nvCxnSpPr>
        <p:spPr>
          <a:xfrm>
            <a:off x="3046020" y="3082684"/>
            <a:ext cx="6194029" cy="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716770-9600-C64A-2806-B05F05D448C3}"/>
              </a:ext>
            </a:extLst>
          </p:cNvPr>
          <p:cNvCxnSpPr>
            <a:cxnSpLocks/>
          </p:cNvCxnSpPr>
          <p:nvPr/>
        </p:nvCxnSpPr>
        <p:spPr>
          <a:xfrm>
            <a:off x="3277109" y="5220488"/>
            <a:ext cx="5962940" cy="0"/>
          </a:xfrm>
          <a:prstGeom prst="straightConnector1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576C46-9759-6D82-B16C-CFC58A21CA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132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51B45A-574B-DA50-ED62-A5E901FD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— Name-based Networking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0150B0-0F42-1E6F-993E-692E91FFF5B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705343"/>
            <a:ext cx="11487066" cy="1048744"/>
          </a:xfrm>
        </p:spPr>
        <p:txBody>
          <a:bodyPr/>
          <a:lstStyle/>
          <a:p>
            <a:r>
              <a:rPr lang="en-GB" dirty="0"/>
              <a:t>Name-based networking, instead, routes interest towards where the data is</a:t>
            </a:r>
          </a:p>
          <a:p>
            <a:r>
              <a:rPr lang="en-GB" dirty="0"/>
              <a:t>The data follows the path the Interest packet took</a:t>
            </a:r>
          </a:p>
        </p:txBody>
      </p:sp>
      <p:pic>
        <p:nvPicPr>
          <p:cNvPr id="42" name="Graphic 41" descr="Internet with solid fill">
            <a:extLst>
              <a:ext uri="{FF2B5EF4-FFF2-40B4-BE49-F238E27FC236}">
                <a16:creationId xmlns:a16="http://schemas.microsoft.com/office/drawing/2014/main" id="{7E32D1E3-C04E-FF90-859D-A3AFEE272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3697" y="3434506"/>
            <a:ext cx="914400" cy="914400"/>
          </a:xfrm>
          <a:prstGeom prst="rect">
            <a:avLst/>
          </a:prstGeom>
        </p:spPr>
      </p:pic>
      <p:pic>
        <p:nvPicPr>
          <p:cNvPr id="43" name="Graphic 42" descr="Internet with solid fill">
            <a:extLst>
              <a:ext uri="{FF2B5EF4-FFF2-40B4-BE49-F238E27FC236}">
                <a16:creationId xmlns:a16="http://schemas.microsoft.com/office/drawing/2014/main" id="{851996AA-A986-2169-1D91-96921B4ED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70897" y="4348906"/>
            <a:ext cx="914400" cy="914400"/>
          </a:xfrm>
          <a:prstGeom prst="rect">
            <a:avLst/>
          </a:prstGeom>
        </p:spPr>
      </p:pic>
      <p:pic>
        <p:nvPicPr>
          <p:cNvPr id="45" name="Graphic 44" descr="Server with solid fill">
            <a:extLst>
              <a:ext uri="{FF2B5EF4-FFF2-40B4-BE49-F238E27FC236}">
                <a16:creationId xmlns:a16="http://schemas.microsoft.com/office/drawing/2014/main" id="{46D5E04B-4AC1-AB82-AD4F-F4185CCC49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4164" y="3604796"/>
            <a:ext cx="914400" cy="914400"/>
          </a:xfrm>
          <a:prstGeom prst="rect">
            <a:avLst/>
          </a:prstGeom>
        </p:spPr>
      </p:pic>
      <p:sp>
        <p:nvSpPr>
          <p:cNvPr id="48" name="Cloud Callout 47">
            <a:extLst>
              <a:ext uri="{FF2B5EF4-FFF2-40B4-BE49-F238E27FC236}">
                <a16:creationId xmlns:a16="http://schemas.microsoft.com/office/drawing/2014/main" id="{ADC70500-9580-FB4E-6531-54F902785DCC}"/>
              </a:ext>
            </a:extLst>
          </p:cNvPr>
          <p:cNvSpPr/>
          <p:nvPr/>
        </p:nvSpPr>
        <p:spPr>
          <a:xfrm>
            <a:off x="5511209" y="3216886"/>
            <a:ext cx="1351244" cy="801094"/>
          </a:xfrm>
          <a:prstGeom prst="cloudCallout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0FAC8BF5-C80E-A0E5-BD79-F8C263B88EA4}"/>
              </a:ext>
            </a:extLst>
          </p:cNvPr>
          <p:cNvCxnSpPr>
            <a:cxnSpLocks/>
          </p:cNvCxnSpPr>
          <p:nvPr/>
        </p:nvCxnSpPr>
        <p:spPr>
          <a:xfrm>
            <a:off x="3283461" y="3909596"/>
            <a:ext cx="814526" cy="0"/>
          </a:xfrm>
          <a:prstGeom prst="line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AC52EA4-3957-68B7-B7AC-4E2D856A8F1F}"/>
              </a:ext>
            </a:extLst>
          </p:cNvPr>
          <p:cNvCxnSpPr>
            <a:cxnSpLocks/>
          </p:cNvCxnSpPr>
          <p:nvPr/>
        </p:nvCxnSpPr>
        <p:spPr>
          <a:xfrm flipV="1">
            <a:off x="3735360" y="4348906"/>
            <a:ext cx="407263" cy="457200"/>
          </a:xfrm>
          <a:prstGeom prst="line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BC22470-E61B-224E-22A4-715A040A8000}"/>
              </a:ext>
            </a:extLst>
          </p:cNvPr>
          <p:cNvCxnSpPr>
            <a:cxnSpLocks/>
          </p:cNvCxnSpPr>
          <p:nvPr/>
        </p:nvCxnSpPr>
        <p:spPr>
          <a:xfrm>
            <a:off x="4907328" y="3909596"/>
            <a:ext cx="603881" cy="0"/>
          </a:xfrm>
          <a:prstGeom prst="line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Graphic 57" descr="Database with solid fill">
            <a:extLst>
              <a:ext uri="{FF2B5EF4-FFF2-40B4-BE49-F238E27FC236}">
                <a16:creationId xmlns:a16="http://schemas.microsoft.com/office/drawing/2014/main" id="{987511B6-E7D5-8606-9BEF-DC6964A39B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89201" y="3598880"/>
            <a:ext cx="914400" cy="914400"/>
          </a:xfrm>
          <a:prstGeom prst="rect">
            <a:avLst/>
          </a:prstGeom>
        </p:spPr>
      </p:pic>
      <p:pic>
        <p:nvPicPr>
          <p:cNvPr id="59" name="Graphic 58" descr="Server with solid fill">
            <a:extLst>
              <a:ext uri="{FF2B5EF4-FFF2-40B4-BE49-F238E27FC236}">
                <a16:creationId xmlns:a16="http://schemas.microsoft.com/office/drawing/2014/main" id="{516B846A-07CF-EDC6-C6AD-B2ED7BC64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95816" y="3598880"/>
            <a:ext cx="914400" cy="914400"/>
          </a:xfrm>
          <a:prstGeom prst="rect">
            <a:avLst/>
          </a:prstGeom>
        </p:spPr>
      </p:pic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3296978B-0B80-6BA8-7220-76DF43CDA0E0}"/>
              </a:ext>
            </a:extLst>
          </p:cNvPr>
          <p:cNvCxnSpPr>
            <a:cxnSpLocks/>
          </p:cNvCxnSpPr>
          <p:nvPr/>
        </p:nvCxnSpPr>
        <p:spPr>
          <a:xfrm>
            <a:off x="6790283" y="3891706"/>
            <a:ext cx="603881" cy="0"/>
          </a:xfrm>
          <a:prstGeom prst="line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8EAB620-68C4-5581-045B-30965802AC12}"/>
              </a:ext>
            </a:extLst>
          </p:cNvPr>
          <p:cNvCxnSpPr>
            <a:cxnSpLocks/>
          </p:cNvCxnSpPr>
          <p:nvPr/>
        </p:nvCxnSpPr>
        <p:spPr>
          <a:xfrm>
            <a:off x="8236394" y="3891706"/>
            <a:ext cx="603881" cy="0"/>
          </a:xfrm>
          <a:prstGeom prst="line">
            <a:avLst/>
          </a:prstGeom>
          <a:ln w="444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806B32F-DED6-D3C1-49CF-7228A9BCF664}"/>
              </a:ext>
            </a:extLst>
          </p:cNvPr>
          <p:cNvSpPr txBox="1"/>
          <p:nvPr/>
        </p:nvSpPr>
        <p:spPr>
          <a:xfrm>
            <a:off x="2687423" y="2995196"/>
            <a:ext cx="1744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Interest: </a:t>
            </a:r>
            <a:br>
              <a:rPr lang="en-GB" dirty="0"/>
            </a:br>
            <a:r>
              <a:rPr lang="en-GB" dirty="0" err="1"/>
              <a:t>Jupiter.jpg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A6A8E-2EB9-37DB-6845-981C5303A4D0}"/>
              </a:ext>
            </a:extLst>
          </p:cNvPr>
          <p:cNvSpPr txBox="1"/>
          <p:nvPr/>
        </p:nvSpPr>
        <p:spPr>
          <a:xfrm>
            <a:off x="1857784" y="4233457"/>
            <a:ext cx="1744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Interest: </a:t>
            </a:r>
            <a:r>
              <a:rPr lang="en-GB" dirty="0" err="1"/>
              <a:t>Jupiter.jpg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BA7725-D86A-5203-3E67-1C83E8171B3E}"/>
              </a:ext>
            </a:extLst>
          </p:cNvPr>
          <p:cNvSpPr txBox="1"/>
          <p:nvPr/>
        </p:nvSpPr>
        <p:spPr>
          <a:xfrm>
            <a:off x="5009012" y="2595405"/>
            <a:ext cx="1351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Interest: </a:t>
            </a:r>
            <a:r>
              <a:rPr lang="en-GB" dirty="0" err="1"/>
              <a:t>Jupiter.jpg</a:t>
            </a:r>
            <a:endParaRPr lang="en-GB" dirty="0"/>
          </a:p>
        </p:txBody>
      </p:sp>
      <p:pic>
        <p:nvPicPr>
          <p:cNvPr id="7" name="PIA02972~orig.jpg" descr="PIA02972~orig.jpg">
            <a:extLst>
              <a:ext uri="{FF2B5EF4-FFF2-40B4-BE49-F238E27FC236}">
                <a16:creationId xmlns:a16="http://schemas.microsoft.com/office/drawing/2014/main" id="{1610A8C6-A203-7E3F-CA46-428AB3DEB9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06932" y="4577506"/>
            <a:ext cx="1179970" cy="76031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7043CA-0D4C-491E-2F11-2BD3DA4DD9DA}"/>
              </a:ext>
            </a:extLst>
          </p:cNvPr>
          <p:cNvSpPr txBox="1"/>
          <p:nvPr/>
        </p:nvSpPr>
        <p:spPr>
          <a:xfrm>
            <a:off x="7492743" y="2960979"/>
            <a:ext cx="1351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Interest: </a:t>
            </a:r>
            <a:r>
              <a:rPr lang="en-GB" dirty="0" err="1"/>
              <a:t>Jupiter.jpg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FD635C8-9F23-A2F3-9BE6-7799B1354A62}"/>
              </a:ext>
            </a:extLst>
          </p:cNvPr>
          <p:cNvCxnSpPr/>
          <p:nvPr/>
        </p:nvCxnSpPr>
        <p:spPr>
          <a:xfrm flipV="1">
            <a:off x="3938991" y="3088190"/>
            <a:ext cx="493149" cy="23017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D7ABC93-B859-F61A-5AB6-068F5F7C4BB3}"/>
              </a:ext>
            </a:extLst>
          </p:cNvPr>
          <p:cNvCxnSpPr>
            <a:cxnSpLocks/>
          </p:cNvCxnSpPr>
          <p:nvPr/>
        </p:nvCxnSpPr>
        <p:spPr>
          <a:xfrm flipV="1">
            <a:off x="2988676" y="4162407"/>
            <a:ext cx="989361" cy="25755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FCFD88-F7F5-E896-DEAA-001C9D27CA0F}"/>
              </a:ext>
            </a:extLst>
          </p:cNvPr>
          <p:cNvCxnSpPr>
            <a:cxnSpLocks/>
          </p:cNvCxnSpPr>
          <p:nvPr/>
        </p:nvCxnSpPr>
        <p:spPr>
          <a:xfrm>
            <a:off x="6113681" y="2898324"/>
            <a:ext cx="676602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48E7A11-3B1E-7D22-435E-2D050E06D2D2}"/>
              </a:ext>
            </a:extLst>
          </p:cNvPr>
          <p:cNvCxnSpPr>
            <a:cxnSpLocks/>
          </p:cNvCxnSpPr>
          <p:nvPr/>
        </p:nvCxnSpPr>
        <p:spPr>
          <a:xfrm>
            <a:off x="8648601" y="3312426"/>
            <a:ext cx="597800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7CE8CBE-FA5B-5FC7-5C8C-F7AABFBEDCFC}"/>
              </a:ext>
            </a:extLst>
          </p:cNvPr>
          <p:cNvCxnSpPr>
            <a:cxnSpLocks/>
          </p:cNvCxnSpPr>
          <p:nvPr/>
        </p:nvCxnSpPr>
        <p:spPr>
          <a:xfrm flipH="1">
            <a:off x="6946490" y="4957663"/>
            <a:ext cx="66356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A02972~orig.jpg" descr="PIA02972~orig.jpg">
            <a:extLst>
              <a:ext uri="{FF2B5EF4-FFF2-40B4-BE49-F238E27FC236}">
                <a16:creationId xmlns:a16="http://schemas.microsoft.com/office/drawing/2014/main" id="{F9E97960-8AD3-F938-0D9C-50E4DE6D85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6846" y="4658242"/>
            <a:ext cx="1179970" cy="760315"/>
          </a:xfrm>
          <a:prstGeom prst="rect">
            <a:avLst/>
          </a:prstGeom>
          <a:ln w="12700">
            <a:miter lim="400000"/>
          </a:ln>
        </p:spPr>
      </p:pic>
      <p:pic>
        <p:nvPicPr>
          <p:cNvPr id="24" name="PIA02972~orig.jpg" descr="PIA02972~orig.jpg">
            <a:extLst>
              <a:ext uri="{FF2B5EF4-FFF2-40B4-BE49-F238E27FC236}">
                <a16:creationId xmlns:a16="http://schemas.microsoft.com/office/drawing/2014/main" id="{448E876A-855E-8E90-6E0A-FC1272539F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3586" y="5224947"/>
            <a:ext cx="826990" cy="532872"/>
          </a:xfrm>
          <a:prstGeom prst="rect">
            <a:avLst/>
          </a:prstGeom>
          <a:ln w="12700">
            <a:miter lim="400000"/>
          </a:ln>
        </p:spPr>
      </p:pic>
      <p:pic>
        <p:nvPicPr>
          <p:cNvPr id="25" name="PIA02972~orig.jpg" descr="PIA02972~orig.jpg">
            <a:extLst>
              <a:ext uri="{FF2B5EF4-FFF2-40B4-BE49-F238E27FC236}">
                <a16:creationId xmlns:a16="http://schemas.microsoft.com/office/drawing/2014/main" id="{ED8E6B4A-9B22-DCD5-F904-D8A2BC55B5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2246" y="2896128"/>
            <a:ext cx="826990" cy="532872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FE08F3-F7A6-418D-77A0-34664EBCBB52}"/>
              </a:ext>
            </a:extLst>
          </p:cNvPr>
          <p:cNvCxnSpPr>
            <a:cxnSpLocks/>
          </p:cNvCxnSpPr>
          <p:nvPr/>
        </p:nvCxnSpPr>
        <p:spPr>
          <a:xfrm flipH="1" flipV="1">
            <a:off x="4665965" y="4692491"/>
            <a:ext cx="686093" cy="11361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262C059-6018-8077-6543-0B01F44B347C}"/>
              </a:ext>
            </a:extLst>
          </p:cNvPr>
          <p:cNvCxnSpPr>
            <a:cxnSpLocks/>
          </p:cNvCxnSpPr>
          <p:nvPr/>
        </p:nvCxnSpPr>
        <p:spPr>
          <a:xfrm flipH="1">
            <a:off x="4665965" y="5126106"/>
            <a:ext cx="686092" cy="17006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A02972~orig.jpg" descr="PIA02972~orig.jpg">
            <a:extLst>
              <a:ext uri="{FF2B5EF4-FFF2-40B4-BE49-F238E27FC236}">
                <a16:creationId xmlns:a16="http://schemas.microsoft.com/office/drawing/2014/main" id="{AD81E88B-ED98-5260-D227-AD4E3A9962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4253" y="3037030"/>
            <a:ext cx="1179970" cy="760315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009F9-D3CD-A1FA-6639-05756600B61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83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51B45A-574B-DA50-ED62-A5E901FD2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Background — Name-based Networking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7460FE-F282-D126-7384-96FA9D9C4D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705342"/>
            <a:ext cx="11487066" cy="4619044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Routing over names:</a:t>
            </a:r>
          </a:p>
          <a:p>
            <a:pPr lvl="1"/>
            <a:r>
              <a:rPr lang="en-GB" dirty="0"/>
              <a:t>Brings </a:t>
            </a:r>
            <a:r>
              <a:rPr lang="en-GB" b="1" u="sng" dirty="0"/>
              <a:t>key information</a:t>
            </a:r>
            <a:r>
              <a:rPr lang="en-GB" b="1" dirty="0"/>
              <a:t> </a:t>
            </a:r>
            <a:r>
              <a:rPr lang="en-GB" dirty="0"/>
              <a:t>about the data</a:t>
            </a:r>
          </a:p>
          <a:p>
            <a:pPr lvl="1"/>
            <a:r>
              <a:rPr lang="en-GB" i="1" dirty="0"/>
              <a:t>Requests</a:t>
            </a:r>
            <a:r>
              <a:rPr lang="en-GB" dirty="0"/>
              <a:t> can be </a:t>
            </a:r>
            <a:r>
              <a:rPr lang="en-GB" b="1" dirty="0"/>
              <a:t>aggregated </a:t>
            </a:r>
            <a:r>
              <a:rPr lang="en-GB" dirty="0"/>
              <a:t>and</a:t>
            </a:r>
            <a:r>
              <a:rPr lang="en-GB" b="1" dirty="0"/>
              <a:t> </a:t>
            </a:r>
            <a:r>
              <a:rPr lang="en-GB" i="1" dirty="0"/>
              <a:t>Data</a:t>
            </a:r>
            <a:r>
              <a:rPr lang="en-GB" dirty="0"/>
              <a:t> can be </a:t>
            </a:r>
            <a:r>
              <a:rPr lang="en-GB" b="1" dirty="0"/>
              <a:t>cached on-path</a:t>
            </a:r>
          </a:p>
          <a:p>
            <a:pPr lvl="1"/>
            <a:r>
              <a:rPr lang="en-GB" b="1" dirty="0"/>
              <a:t>Lightweight Mobility support </a:t>
            </a:r>
            <a:r>
              <a:rPr lang="en-GB" dirty="0"/>
              <a:t>(the data delivery traces Interest packet path) </a:t>
            </a:r>
          </a:p>
          <a:p>
            <a:pPr lvl="1"/>
            <a:r>
              <a:rPr lang="en-GB" b="1" dirty="0"/>
              <a:t>No IP address </a:t>
            </a:r>
            <a:r>
              <a:rPr lang="en-GB" dirty="0"/>
              <a:t>management</a:t>
            </a:r>
          </a:p>
          <a:p>
            <a:r>
              <a:rPr lang="en-GB" dirty="0"/>
              <a:t>Consumers use </a:t>
            </a:r>
            <a:r>
              <a:rPr lang="en-GB" b="1" u="sng" dirty="0"/>
              <a:t>names</a:t>
            </a:r>
            <a:r>
              <a:rPr lang="en-GB" dirty="0"/>
              <a:t> to request data from Producer </a:t>
            </a:r>
          </a:p>
          <a:p>
            <a:r>
              <a:rPr lang="en-GB" dirty="0"/>
              <a:t>Forwarder forwards interest packets using </a:t>
            </a:r>
            <a:r>
              <a:rPr lang="en-GB" b="1" u="sng" dirty="0"/>
              <a:t>name-prefixes</a:t>
            </a:r>
          </a:p>
          <a:p>
            <a:r>
              <a:rPr lang="en-GB" b="1" u="sng" dirty="0"/>
              <a:t>Names</a:t>
            </a:r>
            <a:r>
              <a:rPr lang="en-GB" b="1" dirty="0"/>
              <a:t>:</a:t>
            </a:r>
            <a:r>
              <a:rPr lang="en-GB" dirty="0"/>
              <a:t> structured/hierarchical approach seems to make sense:</a:t>
            </a:r>
          </a:p>
          <a:p>
            <a:pPr lvl="1"/>
            <a:r>
              <a:rPr lang="en-GB" dirty="0"/>
              <a:t>We see this in URL paths today</a:t>
            </a:r>
          </a:p>
          <a:p>
            <a:pPr lvl="1"/>
            <a:r>
              <a:rPr lang="en-GB" dirty="0"/>
              <a:t>&lt;domain&gt;/&lt;URI-</a:t>
            </a:r>
            <a:r>
              <a:rPr lang="en-GB" dirty="0" err="1"/>
              <a:t>esque</a:t>
            </a:r>
            <a:r>
              <a:rPr lang="en-GB" dirty="0"/>
              <a:t> path&gt;/&lt;segmenting&gt;</a:t>
            </a:r>
          </a:p>
          <a:p>
            <a:pPr lvl="1"/>
            <a:r>
              <a:rPr lang="en-GB" dirty="0" err="1">
                <a:latin typeface="Monaco" pitchFamily="2" charset="77"/>
              </a:rPr>
              <a:t>netflix</a:t>
            </a:r>
            <a:r>
              <a:rPr lang="en-GB" dirty="0">
                <a:latin typeface="Monaco" pitchFamily="2" charset="77"/>
              </a:rPr>
              <a:t>/live/football/2024-04-12-ManU_vs_City.mp4/24</a:t>
            </a:r>
          </a:p>
          <a:p>
            <a:pPr lvl="1"/>
            <a:r>
              <a:rPr lang="en-GB" dirty="0"/>
              <a:t>Prefix: </a:t>
            </a:r>
            <a:r>
              <a:rPr lang="en-GB" dirty="0" err="1">
                <a:latin typeface="Monaco" pitchFamily="2" charset="77"/>
              </a:rPr>
              <a:t>netflix</a:t>
            </a:r>
            <a:r>
              <a:rPr lang="en-GB" dirty="0">
                <a:latin typeface="Monaco" pitchFamily="2" charset="77"/>
              </a:rPr>
              <a:t>/live/*</a:t>
            </a:r>
          </a:p>
          <a:p>
            <a:pPr marL="0" indent="0" algn="ctr">
              <a:buNone/>
            </a:pPr>
            <a:r>
              <a:rPr lang="en-GB" b="1" dirty="0">
                <a:latin typeface="+mn-lt"/>
              </a:rPr>
              <a:t>No standard QoS mechanism for Name-based Networking protocols</a:t>
            </a:r>
          </a:p>
          <a:p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180471-1CBC-400F-0F7B-3DC5F03D00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2476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4C783-9AAA-B3AB-4551-2AA615ADC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C83A-5D36-57F4-378B-F70D82D2D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Name-based Quality for Name-based Networks</a:t>
            </a:r>
            <a:br>
              <a:rPr lang="en-GB" dirty="0"/>
            </a:br>
            <a:r>
              <a:rPr lang="en-GB" sz="2200" b="0" dirty="0"/>
              <a:t>Ryo Yanagida, Jeremy Singer, Paul Harvey, Leon Wong, and Colin Perkins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4D386-9F6E-EF78-5869-A6BCD5ECDA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3" y="1705343"/>
            <a:ext cx="7078643" cy="46510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To be presented on Tuesday, Industry 1 session</a:t>
            </a:r>
          </a:p>
          <a:p>
            <a:pPr marL="0" indent="0">
              <a:buNone/>
            </a:pPr>
            <a:r>
              <a:rPr lang="en-GB" b="1" dirty="0"/>
              <a:t>Key points:</a:t>
            </a:r>
          </a:p>
          <a:p>
            <a:r>
              <a:rPr lang="en-GB" dirty="0"/>
              <a:t>Purely name-prefix approach to enabling QoS mechanism for Name-based networks</a:t>
            </a:r>
          </a:p>
          <a:p>
            <a:r>
              <a:rPr lang="en-GB" dirty="0"/>
              <a:t>Name-prefix are fundamental, and exposes the semantics of the data being transmitted</a:t>
            </a:r>
          </a:p>
          <a:p>
            <a:r>
              <a:rPr lang="en-GB" dirty="0"/>
              <a:t>Allows a selection of a set of data to be given QoS treatment</a:t>
            </a:r>
          </a:p>
          <a:p>
            <a:r>
              <a:rPr lang="en-GB" dirty="0"/>
              <a:t>ns-3 based simulation shows promising results</a:t>
            </a:r>
          </a:p>
          <a:p>
            <a:r>
              <a:rPr lang="en-GB" dirty="0"/>
              <a:t>Simplifies trust model, removing uncertainties</a:t>
            </a:r>
          </a:p>
          <a:p>
            <a:r>
              <a:rPr lang="en-GB" b="1" dirty="0"/>
              <a:t>This needs to be configured on forwarders across a network</a:t>
            </a:r>
          </a:p>
          <a:p>
            <a:endParaRPr lang="en-GB" dirty="0"/>
          </a:p>
          <a:p>
            <a:pPr marL="0" indent="0" algn="ctr">
              <a:buNone/>
            </a:pPr>
            <a:r>
              <a:rPr lang="en-GB" b="1" dirty="0"/>
              <a:t>How do we distribute these policies?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6B1BA-9083-2E46-2C81-45D202EFF8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6</a:t>
            </a:fld>
            <a:endParaRPr lang="en-GB"/>
          </a:p>
        </p:txBody>
      </p:sp>
      <p:pic>
        <p:nvPicPr>
          <p:cNvPr id="6" name="Picture 5" descr="A document with text on it&#10;&#10;AI-generated content may be incorrect.">
            <a:extLst>
              <a:ext uri="{FF2B5EF4-FFF2-40B4-BE49-F238E27FC236}">
                <a16:creationId xmlns:a16="http://schemas.microsoft.com/office/drawing/2014/main" id="{395EBF1F-6745-1F94-B42B-1823BCB6A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1228" y="1705343"/>
            <a:ext cx="3592572" cy="4651008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4806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A997F-780F-7340-C272-789AE998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4D97-1A1C-C06F-F102-21BD9B29C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Distributing Quality of Service (QoS) Policies in</a:t>
            </a:r>
            <a:br>
              <a:rPr lang="en-GB" dirty="0"/>
            </a:br>
            <a:r>
              <a:rPr lang="en-GB" dirty="0"/>
              <a:t>Name-based Networks</a:t>
            </a:r>
            <a:br>
              <a:rPr lang="en-GB" dirty="0"/>
            </a:br>
            <a:r>
              <a:rPr lang="en-GB" sz="2200" b="0" dirty="0"/>
              <a:t>Ryo Yanagida, Jeremy Singer, Paul Harvey, Leon Wong, and Colin Perkins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930D2-7455-FF41-4685-8E9CC82A82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3132" y="1705343"/>
            <a:ext cx="7072889" cy="4651008"/>
          </a:xfrm>
        </p:spPr>
        <p:txBody>
          <a:bodyPr/>
          <a:lstStyle/>
          <a:p>
            <a:r>
              <a:rPr lang="en-GB" b="1" dirty="0"/>
              <a:t>Name-based QoS does not have explicit ‘marking’ on the packets</a:t>
            </a:r>
          </a:p>
          <a:p>
            <a:pPr lvl="1"/>
            <a:r>
              <a:rPr lang="en-GB" dirty="0"/>
              <a:t>Forwarders match the name-prefix to the corresponding policy</a:t>
            </a:r>
          </a:p>
          <a:p>
            <a:pPr lvl="1"/>
            <a:r>
              <a:rPr lang="en-GB" dirty="0"/>
              <a:t>Forwarders needs to know the mapping</a:t>
            </a:r>
          </a:p>
          <a:p>
            <a:r>
              <a:rPr lang="en-GB" b="1" dirty="0"/>
              <a:t>Network operators needs to distribute the prefix-policy mapping</a:t>
            </a:r>
          </a:p>
          <a:p>
            <a:r>
              <a:rPr lang="en-GB" b="1" dirty="0"/>
              <a:t>How do we do this in name-based networking fashion? </a:t>
            </a:r>
          </a:p>
          <a:p>
            <a:pPr lvl="1"/>
            <a:r>
              <a:rPr lang="en-GB" dirty="0"/>
              <a:t>Naming structure</a:t>
            </a:r>
          </a:p>
          <a:p>
            <a:pPr lvl="1"/>
            <a:r>
              <a:rPr lang="en-GB" dirty="0"/>
              <a:t>Frequency/timing requirements</a:t>
            </a:r>
          </a:p>
          <a:p>
            <a:pPr lvl="1"/>
            <a:r>
              <a:rPr lang="en-GB" dirty="0"/>
              <a:t>Appropriate mode of policy retrieval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273F5-6564-8308-0EDA-5AE339D9E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7</a:t>
            </a:fld>
            <a:endParaRPr lang="en-GB"/>
          </a:p>
        </p:txBody>
      </p:sp>
      <p:pic>
        <p:nvPicPr>
          <p:cNvPr id="6" name="Picture 5" descr="A close-up of a paper&#10;&#10;AI-generated content may be incorrect.">
            <a:extLst>
              <a:ext uri="{FF2B5EF4-FFF2-40B4-BE49-F238E27FC236}">
                <a16:creationId xmlns:a16="http://schemas.microsoft.com/office/drawing/2014/main" id="{4653D5E6-3A4B-100C-6B1B-C0427865D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757" y="1705343"/>
            <a:ext cx="3590043" cy="465100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9521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9EAE7-CD80-6E47-9BC9-3C8967F9C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Consideration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B8A665-2739-CFEF-A4D0-D6CDCE7045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numCol="2"/>
          <a:lstStyle/>
          <a:p>
            <a:r>
              <a:rPr lang="en-GB" dirty="0"/>
              <a:t>Naming</a:t>
            </a:r>
          </a:p>
          <a:p>
            <a:pPr lvl="1"/>
            <a:r>
              <a:rPr lang="en-GB" dirty="0"/>
              <a:t>There are many names to consider! </a:t>
            </a:r>
          </a:p>
          <a:p>
            <a:pPr lvl="2"/>
            <a:r>
              <a:rPr lang="en-GB" dirty="0"/>
              <a:t>Content name (and its prefix) </a:t>
            </a:r>
          </a:p>
          <a:p>
            <a:pPr lvl="2"/>
            <a:r>
              <a:rPr lang="en-GB" dirty="0"/>
              <a:t>QoS Policy name</a:t>
            </a:r>
          </a:p>
          <a:p>
            <a:pPr lvl="2"/>
            <a:r>
              <a:rPr lang="en-GB" dirty="0"/>
              <a:t>A Forwarder or a group of Forwarders</a:t>
            </a:r>
          </a:p>
          <a:p>
            <a:pPr lvl="2"/>
            <a:r>
              <a:rPr lang="en-GB" dirty="0"/>
              <a:t>Version of the policy</a:t>
            </a:r>
          </a:p>
          <a:p>
            <a:pPr lvl="1"/>
            <a:r>
              <a:rPr lang="en-GB" dirty="0"/>
              <a:t>Name-based networking uses structured names; how to structure them is important</a:t>
            </a:r>
          </a:p>
          <a:p>
            <a:r>
              <a:rPr lang="en-GB" dirty="0"/>
              <a:t>Timing of Policy Updates</a:t>
            </a:r>
          </a:p>
          <a:p>
            <a:pPr lvl="1"/>
            <a:r>
              <a:rPr lang="en-GB" dirty="0"/>
              <a:t>Some policy is known in advance, some are much more spontaneous, timing requirement of distribution changes</a:t>
            </a:r>
          </a:p>
          <a:p>
            <a:pPr lvl="1"/>
            <a:r>
              <a:rPr lang="en-GB" dirty="0"/>
              <a:t>Some policy needs to be not only distributed but applied quickly, others, not so much</a:t>
            </a:r>
          </a:p>
          <a:p>
            <a:r>
              <a:rPr lang="en-GB" dirty="0"/>
              <a:t>Triggering QoS Policy Distribution</a:t>
            </a:r>
          </a:p>
          <a:p>
            <a:pPr lvl="1"/>
            <a:r>
              <a:rPr lang="en-GB" dirty="0"/>
              <a:t>Name-based approach requires the </a:t>
            </a:r>
            <a:r>
              <a:rPr lang="en-GB" i="1" dirty="0"/>
              <a:t>Interest</a:t>
            </a:r>
            <a:r>
              <a:rPr lang="en-GB" dirty="0"/>
              <a:t> for the </a:t>
            </a:r>
            <a:r>
              <a:rPr lang="en-GB" i="1" dirty="0"/>
              <a:t>Data</a:t>
            </a:r>
            <a:r>
              <a:rPr lang="en-US" dirty="0"/>
              <a:t> containing the policy (-set) can be sent out</a:t>
            </a:r>
          </a:p>
          <a:p>
            <a:pPr lvl="1"/>
            <a:r>
              <a:rPr lang="en-US" dirty="0"/>
              <a:t>Time sensitive use-case might require RPC mechanisms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5ACE2-7DE7-0B48-0C3A-6EFC217571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277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1DEA-7640-FD2A-2278-A7100FC4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C460-C7A5-7D7B-34AF-FCBA2EFBC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Consideration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E14EE-7A06-FC20-9B89-53AACC85C3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570563" y="6350877"/>
            <a:ext cx="2743200" cy="365125"/>
          </a:xfrm>
        </p:spPr>
        <p:txBody>
          <a:bodyPr/>
          <a:lstStyle/>
          <a:p>
            <a:fld id="{0A19F3F6-C255-4AC5-91C2-3F61B6509B36}" type="slidenum">
              <a:rPr lang="en-GB" smtClean="0"/>
              <a:t>9</a:t>
            </a:fld>
            <a:endParaRPr lang="en-GB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134E67-A44D-F288-133D-95462A031943}"/>
              </a:ext>
            </a:extLst>
          </p:cNvPr>
          <p:cNvSpPr/>
          <p:nvPr/>
        </p:nvSpPr>
        <p:spPr>
          <a:xfrm>
            <a:off x="2904823" y="2670192"/>
            <a:ext cx="1302817" cy="5664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Names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EEB6C6-EEDC-2909-7FB0-B2B87294527E}"/>
              </a:ext>
            </a:extLst>
          </p:cNvPr>
          <p:cNvSpPr/>
          <p:nvPr/>
        </p:nvSpPr>
        <p:spPr>
          <a:xfrm>
            <a:off x="4648089" y="1916445"/>
            <a:ext cx="1302818" cy="724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Policy Version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D14AA96-2E99-5DE2-AE74-1FAD822C2214}"/>
              </a:ext>
            </a:extLst>
          </p:cNvPr>
          <p:cNvSpPr/>
          <p:nvPr/>
        </p:nvSpPr>
        <p:spPr>
          <a:xfrm>
            <a:off x="1330292" y="1790529"/>
            <a:ext cx="1627849" cy="920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Forwarder or a group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04D98C0-E7EC-A2A1-8669-151532DF8299}"/>
              </a:ext>
            </a:extLst>
          </p:cNvPr>
          <p:cNvSpPr/>
          <p:nvPr/>
        </p:nvSpPr>
        <p:spPr>
          <a:xfrm>
            <a:off x="3350853" y="1385353"/>
            <a:ext cx="1302818" cy="8251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Policy Name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1D3367A-EAD4-F66C-0660-9D31A5B72926}"/>
              </a:ext>
            </a:extLst>
          </p:cNvPr>
          <p:cNvSpPr/>
          <p:nvPr/>
        </p:nvSpPr>
        <p:spPr>
          <a:xfrm>
            <a:off x="1452347" y="3476910"/>
            <a:ext cx="1383738" cy="920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Content Name (prefix)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8BAA1D-802D-1AD3-81B4-ADBA5CF79AE8}"/>
              </a:ext>
            </a:extLst>
          </p:cNvPr>
          <p:cNvCxnSpPr>
            <a:cxnSpLocks/>
            <a:stCxn id="9" idx="5"/>
            <a:endCxn id="7" idx="1"/>
          </p:cNvCxnSpPr>
          <p:nvPr/>
        </p:nvCxnSpPr>
        <p:spPr>
          <a:xfrm>
            <a:off x="2719748" y="2576006"/>
            <a:ext cx="375868" cy="1771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65FF0B9-7125-2BC9-7CE5-821F1F8FDBD5}"/>
              </a:ext>
            </a:extLst>
          </p:cNvPr>
          <p:cNvCxnSpPr>
            <a:stCxn id="11" idx="7"/>
            <a:endCxn id="7" idx="4"/>
          </p:cNvCxnSpPr>
          <p:nvPr/>
        </p:nvCxnSpPr>
        <p:spPr>
          <a:xfrm flipV="1">
            <a:off x="2633441" y="3236634"/>
            <a:ext cx="922791" cy="375043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A91CEC1-F53D-99AA-8B98-797DFB2600E4}"/>
              </a:ext>
            </a:extLst>
          </p:cNvPr>
          <p:cNvCxnSpPr>
            <a:stCxn id="7" idx="7"/>
            <a:endCxn id="10" idx="3"/>
          </p:cNvCxnSpPr>
          <p:nvPr/>
        </p:nvCxnSpPr>
        <p:spPr>
          <a:xfrm flipH="1" flipV="1">
            <a:off x="3541646" y="2089675"/>
            <a:ext cx="475201" cy="66347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7DB796-BC63-53AB-9DAF-10D40764EAF2}"/>
              </a:ext>
            </a:extLst>
          </p:cNvPr>
          <p:cNvCxnSpPr>
            <a:stCxn id="8" idx="2"/>
            <a:endCxn id="7" idx="7"/>
          </p:cNvCxnSpPr>
          <p:nvPr/>
        </p:nvCxnSpPr>
        <p:spPr>
          <a:xfrm flipH="1">
            <a:off x="4016847" y="2278789"/>
            <a:ext cx="631242" cy="474357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35F627D0-5AA5-0A6D-FDA3-4386DFDBC1B6}"/>
              </a:ext>
            </a:extLst>
          </p:cNvPr>
          <p:cNvSpPr/>
          <p:nvPr/>
        </p:nvSpPr>
        <p:spPr>
          <a:xfrm>
            <a:off x="7752170" y="2112726"/>
            <a:ext cx="1270449" cy="70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Timing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5E3D3F0-30BE-3782-47D7-1222495A4A3C}"/>
              </a:ext>
            </a:extLst>
          </p:cNvPr>
          <p:cNvSpPr/>
          <p:nvPr/>
        </p:nvSpPr>
        <p:spPr>
          <a:xfrm>
            <a:off x="6390012" y="2910653"/>
            <a:ext cx="1649500" cy="5664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Scheduled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245F16-3CA8-4A9B-D3A7-8A25699DF1DB}"/>
              </a:ext>
            </a:extLst>
          </p:cNvPr>
          <p:cNvSpPr/>
          <p:nvPr/>
        </p:nvSpPr>
        <p:spPr>
          <a:xfrm>
            <a:off x="8191330" y="2959680"/>
            <a:ext cx="1452575" cy="5664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On-Demand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22AE516-6416-EFA9-0D12-5DBA99B0C953}"/>
              </a:ext>
            </a:extLst>
          </p:cNvPr>
          <p:cNvSpPr/>
          <p:nvPr/>
        </p:nvSpPr>
        <p:spPr>
          <a:xfrm>
            <a:off x="9714584" y="4609019"/>
            <a:ext cx="1719556" cy="70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Name-based RPC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ED7730-8ECE-F9F4-32FB-5C85DE4F6300}"/>
              </a:ext>
            </a:extLst>
          </p:cNvPr>
          <p:cNvCxnSpPr>
            <a:cxnSpLocks/>
            <a:stCxn id="28" idx="3"/>
            <a:endCxn id="29" idx="0"/>
          </p:cNvCxnSpPr>
          <p:nvPr/>
        </p:nvCxnSpPr>
        <p:spPr>
          <a:xfrm flipH="1">
            <a:off x="7214762" y="2712571"/>
            <a:ext cx="723461" cy="1980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D59EC6-700B-8393-29A0-4C0A6BDAAFFE}"/>
              </a:ext>
            </a:extLst>
          </p:cNvPr>
          <p:cNvCxnSpPr>
            <a:cxnSpLocks/>
            <a:stCxn id="28" idx="5"/>
            <a:endCxn id="30" idx="0"/>
          </p:cNvCxnSpPr>
          <p:nvPr/>
        </p:nvCxnSpPr>
        <p:spPr>
          <a:xfrm>
            <a:off x="8836566" y="2712571"/>
            <a:ext cx="81052" cy="24710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51FB37D8-E3D3-3242-EC47-768E2B6D0F6F}"/>
              </a:ext>
            </a:extLst>
          </p:cNvPr>
          <p:cNvSpPr/>
          <p:nvPr/>
        </p:nvSpPr>
        <p:spPr>
          <a:xfrm>
            <a:off x="7732728" y="4493823"/>
            <a:ext cx="1302818" cy="70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Trigger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E5D2853-B22B-4269-CA49-1FD04ECD5DB2}"/>
              </a:ext>
            </a:extLst>
          </p:cNvPr>
          <p:cNvSpPr/>
          <p:nvPr/>
        </p:nvSpPr>
        <p:spPr>
          <a:xfrm>
            <a:off x="8854806" y="3783901"/>
            <a:ext cx="1719556" cy="70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Timer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5EFFC10-EB48-11B3-D8B8-65C6693A8044}"/>
              </a:ext>
            </a:extLst>
          </p:cNvPr>
          <p:cNvCxnSpPr>
            <a:cxnSpLocks/>
            <a:stCxn id="41" idx="7"/>
            <a:endCxn id="42" idx="3"/>
          </p:cNvCxnSpPr>
          <p:nvPr/>
        </p:nvCxnSpPr>
        <p:spPr>
          <a:xfrm flipV="1">
            <a:off x="8844753" y="4383746"/>
            <a:ext cx="261876" cy="21299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DA055DF-3570-8C80-E841-E7D10F508B8E}"/>
              </a:ext>
            </a:extLst>
          </p:cNvPr>
          <p:cNvCxnSpPr>
            <a:cxnSpLocks/>
            <a:stCxn id="41" idx="6"/>
            <a:endCxn id="38" idx="2"/>
          </p:cNvCxnSpPr>
          <p:nvPr/>
        </p:nvCxnSpPr>
        <p:spPr>
          <a:xfrm>
            <a:off x="9035546" y="4845204"/>
            <a:ext cx="679038" cy="11519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ounded Rectangular Callout 52">
            <a:extLst>
              <a:ext uri="{FF2B5EF4-FFF2-40B4-BE49-F238E27FC236}">
                <a16:creationId xmlns:a16="http://schemas.microsoft.com/office/drawing/2014/main" id="{1E46F568-8A62-3B20-9DE7-509DF366EEF4}"/>
              </a:ext>
            </a:extLst>
          </p:cNvPr>
          <p:cNvSpPr/>
          <p:nvPr/>
        </p:nvSpPr>
        <p:spPr>
          <a:xfrm>
            <a:off x="3243367" y="3458309"/>
            <a:ext cx="1719556" cy="1279900"/>
          </a:xfrm>
          <a:prstGeom prst="wedgeRoundRectCallout">
            <a:avLst>
              <a:gd name="adj1" fmla="val 6179"/>
              <a:gd name="adj2" fmla="val -79068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Affects granularity, grouping of policies</a:t>
            </a:r>
          </a:p>
        </p:txBody>
      </p:sp>
      <p:sp>
        <p:nvSpPr>
          <p:cNvPr id="58" name="Rounded Rectangular Callout 57">
            <a:extLst>
              <a:ext uri="{FF2B5EF4-FFF2-40B4-BE49-F238E27FC236}">
                <a16:creationId xmlns:a16="http://schemas.microsoft.com/office/drawing/2014/main" id="{E4A39AC9-64EE-1744-E816-66E6E6B28F3E}"/>
              </a:ext>
            </a:extLst>
          </p:cNvPr>
          <p:cNvSpPr/>
          <p:nvPr/>
        </p:nvSpPr>
        <p:spPr>
          <a:xfrm>
            <a:off x="2175020" y="4563649"/>
            <a:ext cx="1459606" cy="878432"/>
          </a:xfrm>
          <a:prstGeom prst="wedgeRoundRectCallout">
            <a:avLst>
              <a:gd name="adj1" fmla="val 42596"/>
              <a:gd name="adj2" fmla="val 66053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Different overheads</a:t>
            </a:r>
          </a:p>
        </p:txBody>
      </p:sp>
      <p:sp>
        <p:nvSpPr>
          <p:cNvPr id="59" name="Rounded Rectangular Callout 58">
            <a:extLst>
              <a:ext uri="{FF2B5EF4-FFF2-40B4-BE49-F238E27FC236}">
                <a16:creationId xmlns:a16="http://schemas.microsoft.com/office/drawing/2014/main" id="{76A87EDC-A9B6-C324-2651-54B74F434544}"/>
              </a:ext>
            </a:extLst>
          </p:cNvPr>
          <p:cNvSpPr/>
          <p:nvPr/>
        </p:nvSpPr>
        <p:spPr>
          <a:xfrm>
            <a:off x="8917618" y="1314002"/>
            <a:ext cx="1400200" cy="825164"/>
          </a:xfrm>
          <a:prstGeom prst="wedgeRoundRectCallout">
            <a:avLst>
              <a:gd name="adj1" fmla="val -46900"/>
              <a:gd name="adj2" fmla="val 75403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Affects trigger method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F8564AE-D2EB-BF9E-2F94-AADC3A16219A}"/>
              </a:ext>
            </a:extLst>
          </p:cNvPr>
          <p:cNvSpPr/>
          <p:nvPr/>
        </p:nvSpPr>
        <p:spPr>
          <a:xfrm>
            <a:off x="4746993" y="3004196"/>
            <a:ext cx="1302817" cy="5664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Alias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792B9A41-F7CC-5799-0CCF-FA9DD1EAD1E0}"/>
              </a:ext>
            </a:extLst>
          </p:cNvPr>
          <p:cNvCxnSpPr>
            <a:stCxn id="74" idx="2"/>
            <a:endCxn id="7" idx="6"/>
          </p:cNvCxnSpPr>
          <p:nvPr/>
        </p:nvCxnSpPr>
        <p:spPr>
          <a:xfrm flipH="1" flipV="1">
            <a:off x="4207640" y="2953413"/>
            <a:ext cx="539353" cy="334004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82">
            <a:extLst>
              <a:ext uri="{FF2B5EF4-FFF2-40B4-BE49-F238E27FC236}">
                <a16:creationId xmlns:a16="http://schemas.microsoft.com/office/drawing/2014/main" id="{139A71E0-A988-E353-FFCB-1716223BA619}"/>
              </a:ext>
            </a:extLst>
          </p:cNvPr>
          <p:cNvSpPr/>
          <p:nvPr/>
        </p:nvSpPr>
        <p:spPr>
          <a:xfrm>
            <a:off x="9815961" y="2836125"/>
            <a:ext cx="2091494" cy="8165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Traffic Management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89AFB3E-43A0-BAA6-1650-F8AEABBA033B}"/>
              </a:ext>
            </a:extLst>
          </p:cNvPr>
          <p:cNvCxnSpPr>
            <a:cxnSpLocks/>
            <a:stCxn id="28" idx="6"/>
            <a:endCxn id="83" idx="0"/>
          </p:cNvCxnSpPr>
          <p:nvPr/>
        </p:nvCxnSpPr>
        <p:spPr>
          <a:xfrm>
            <a:off x="9022619" y="2464107"/>
            <a:ext cx="1839089" cy="37201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140BC3A8-20AE-3BF4-F812-5DD916910F84}"/>
              </a:ext>
            </a:extLst>
          </p:cNvPr>
          <p:cNvSpPr/>
          <p:nvPr/>
        </p:nvSpPr>
        <p:spPr>
          <a:xfrm>
            <a:off x="2982768" y="5621624"/>
            <a:ext cx="1302818" cy="70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Policy Format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0DFF56F-0D73-57E9-C8DE-4E2AE4747ECC}"/>
              </a:ext>
            </a:extLst>
          </p:cNvPr>
          <p:cNvSpPr/>
          <p:nvPr/>
        </p:nvSpPr>
        <p:spPr>
          <a:xfrm>
            <a:off x="1387529" y="5174812"/>
            <a:ext cx="1302818" cy="70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Policy Entry</a:t>
            </a: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E2FB0702-2FEF-43F0-E72B-DC20C45FACEA}"/>
              </a:ext>
            </a:extLst>
          </p:cNvPr>
          <p:cNvSpPr/>
          <p:nvPr/>
        </p:nvSpPr>
        <p:spPr>
          <a:xfrm>
            <a:off x="1263212" y="5928174"/>
            <a:ext cx="1302818" cy="70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Policy Index</a:t>
            </a:r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EB89D8C3-97FE-3820-3862-8C94DB9ED4CA}"/>
              </a:ext>
            </a:extLst>
          </p:cNvPr>
          <p:cNvSpPr/>
          <p:nvPr/>
        </p:nvSpPr>
        <p:spPr>
          <a:xfrm>
            <a:off x="4357535" y="5119990"/>
            <a:ext cx="1302818" cy="70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Policy Set</a:t>
            </a:r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0B16B63C-1691-8E61-2026-099750625A5D}"/>
              </a:ext>
            </a:extLst>
          </p:cNvPr>
          <p:cNvSpPr/>
          <p:nvPr/>
        </p:nvSpPr>
        <p:spPr>
          <a:xfrm>
            <a:off x="4409370" y="5904835"/>
            <a:ext cx="1686630" cy="87843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Policy Set Index</a:t>
            </a:r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F316D42-2E21-561C-0B80-371BEF3F2A38}"/>
              </a:ext>
            </a:extLst>
          </p:cNvPr>
          <p:cNvCxnSpPr>
            <a:cxnSpLocks/>
            <a:stCxn id="95" idx="6"/>
            <a:endCxn id="94" idx="1"/>
          </p:cNvCxnSpPr>
          <p:nvPr/>
        </p:nvCxnSpPr>
        <p:spPr>
          <a:xfrm>
            <a:off x="2690347" y="5526193"/>
            <a:ext cx="483214" cy="19834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EBE23F7-3F5D-9488-C35F-8E91E6293834}"/>
              </a:ext>
            </a:extLst>
          </p:cNvPr>
          <p:cNvCxnSpPr>
            <a:cxnSpLocks/>
            <a:stCxn id="94" idx="7"/>
            <a:endCxn id="97" idx="3"/>
          </p:cNvCxnSpPr>
          <p:nvPr/>
        </p:nvCxnSpPr>
        <p:spPr>
          <a:xfrm flipV="1">
            <a:off x="4094793" y="5719835"/>
            <a:ext cx="453535" cy="470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82B0494-1BF5-A980-0422-C030875D525D}"/>
              </a:ext>
            </a:extLst>
          </p:cNvPr>
          <p:cNvCxnSpPr>
            <a:cxnSpLocks/>
            <a:stCxn id="94" idx="5"/>
            <a:endCxn id="98" idx="2"/>
          </p:cNvCxnSpPr>
          <p:nvPr/>
        </p:nvCxnSpPr>
        <p:spPr>
          <a:xfrm>
            <a:off x="4094793" y="6221469"/>
            <a:ext cx="314577" cy="122582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741891CA-5814-99DC-5132-BCAA8CAAEBED}"/>
              </a:ext>
            </a:extLst>
          </p:cNvPr>
          <p:cNvCxnSpPr>
            <a:cxnSpLocks/>
            <a:stCxn id="96" idx="6"/>
            <a:endCxn id="94" idx="3"/>
          </p:cNvCxnSpPr>
          <p:nvPr/>
        </p:nvCxnSpPr>
        <p:spPr>
          <a:xfrm flipV="1">
            <a:off x="2566030" y="6221469"/>
            <a:ext cx="607531" cy="5808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ular Callout 116">
            <a:extLst>
              <a:ext uri="{FF2B5EF4-FFF2-40B4-BE49-F238E27FC236}">
                <a16:creationId xmlns:a16="http://schemas.microsoft.com/office/drawing/2014/main" id="{2FDBF7FE-63E0-60F4-1B87-46DD10E8E6A3}"/>
              </a:ext>
            </a:extLst>
          </p:cNvPr>
          <p:cNvSpPr/>
          <p:nvPr/>
        </p:nvSpPr>
        <p:spPr>
          <a:xfrm>
            <a:off x="5907556" y="4476778"/>
            <a:ext cx="1649500" cy="878432"/>
          </a:xfrm>
          <a:prstGeom prst="wedgeRoundRectCallout">
            <a:avLst>
              <a:gd name="adj1" fmla="val 79208"/>
              <a:gd name="adj2" fmla="val 9274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Affects Naming/Alias</a:t>
            </a:r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F8DA0A9-1BDA-6F2F-C0A6-34EC776D9600}"/>
              </a:ext>
            </a:extLst>
          </p:cNvPr>
          <p:cNvSpPr/>
          <p:nvPr/>
        </p:nvSpPr>
        <p:spPr>
          <a:xfrm>
            <a:off x="9209232" y="5553454"/>
            <a:ext cx="1719556" cy="702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Traffic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D9AF5FB4-F647-6F6D-3B3B-8E04651662C4}"/>
              </a:ext>
            </a:extLst>
          </p:cNvPr>
          <p:cNvCxnSpPr>
            <a:cxnSpLocks/>
            <a:stCxn id="41" idx="5"/>
            <a:endCxn id="118" idx="1"/>
          </p:cNvCxnSpPr>
          <p:nvPr/>
        </p:nvCxnSpPr>
        <p:spPr>
          <a:xfrm>
            <a:off x="8844753" y="5093668"/>
            <a:ext cx="616302" cy="562703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28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B476-5DA0-2963-E298-6662E30A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F5233-C7CD-55E0-A066-5D7355B254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10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E5A8FC-234F-A197-0820-114D177E19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07" b="2466"/>
          <a:stretch>
            <a:fillRect/>
          </a:stretch>
        </p:blipFill>
        <p:spPr>
          <a:xfrm>
            <a:off x="431801" y="1422400"/>
            <a:ext cx="11330930" cy="501147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0495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2D3E-DB14-BE6C-70A0-3E07393F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Discussion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F0857D-30DD-01C4-1866-D0EDC1D12F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Naming is a core aspect to consider in designing/implementing QoS policy distribution (and any other policies that each forwarder needs!)</a:t>
            </a:r>
          </a:p>
          <a:p>
            <a:r>
              <a:rPr lang="en-GB" dirty="0"/>
              <a:t>Timing requirements heavily depends on the use-case, and requires the understanding of trade-offs. This also applies to any other configuration/policies the forwarder needs to retrieve.</a:t>
            </a:r>
          </a:p>
          <a:p>
            <a:r>
              <a:rPr lang="en-GB" dirty="0"/>
              <a:t>In the data/content distribution context, name-based approach can fit the use-case well and be very efficient. However the decoupling of end-hosts makes configuration/policy distribution challenging, especially with different timing requirements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EBA44-11F6-AD66-FF53-19BB177B37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A19F3F6-C255-4AC5-91C2-3F61B6509B36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585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F30531-16BE-1D4A-839A-4165196E5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5652120" y="4237877"/>
            <a:chExt cx="3413095" cy="85415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2BC779-2AC3-3641-A89B-2FE2861B804B}"/>
                </a:ext>
              </a:extLst>
            </p:cNvPr>
            <p:cNvSpPr txBox="1"/>
            <p:nvPr/>
          </p:nvSpPr>
          <p:spPr>
            <a:xfrm>
              <a:off x="5652120" y="4237877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6B7AFC7-4175-6442-9F4D-48AB39DA3335}"/>
                </a:ext>
              </a:extLst>
            </p:cNvPr>
            <p:cNvSpPr txBox="1"/>
            <p:nvPr/>
          </p:nvSpPr>
          <p:spPr>
            <a:xfrm>
              <a:off x="6365423" y="4630365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6F23C76-7323-9246-828B-CE7B4F0B6ACB}"/>
                </a:ext>
              </a:extLst>
            </p:cNvPr>
            <p:cNvGrpSpPr/>
            <p:nvPr/>
          </p:nvGrpSpPr>
          <p:grpSpPr>
            <a:xfrm>
              <a:off x="5868144" y="4759697"/>
              <a:ext cx="870873" cy="246401"/>
              <a:chOff x="-704667" y="465075"/>
              <a:chExt cx="718929" cy="203410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DA074F8-3E2D-4044-BD93-0EE72365F6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468635" y="466885"/>
                <a:ext cx="242653" cy="201600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EB162D4C-911F-884F-8B17-FF2DA1BA81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187338" y="466885"/>
                <a:ext cx="201600" cy="201600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A43EFC0B-FA40-FC40-8378-CA0BB8B802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704667" y="465075"/>
                <a:ext cx="197388" cy="197388"/>
              </a:xfrm>
              <a:prstGeom prst="rect">
                <a:avLst/>
              </a:prstGeom>
            </p:spPr>
          </p:pic>
        </p:grp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89641E1-9CA6-A711-5217-914B95BC4538}"/>
              </a:ext>
            </a:extLst>
          </p:cNvPr>
          <p:cNvSpPr txBox="1"/>
          <p:nvPr/>
        </p:nvSpPr>
        <p:spPr>
          <a:xfrm>
            <a:off x="585627" y="1756881"/>
            <a:ext cx="630048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Takeaways: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identified key areas of consideration in distributing QoS policies in Name-based networks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Timing requirements (delivery and application)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 Triggering mechanism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Grouping of Policies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example scenario outlining different approaches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While we looked at name-based QoS, the similar challenge applies to a range of other configuration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2772141-3922-7355-F2E3-D178B2829198}"/>
              </a:ext>
            </a:extLst>
          </p:cNvPr>
          <p:cNvSpPr txBox="1">
            <a:spLocks/>
          </p:cNvSpPr>
          <p:nvPr/>
        </p:nvSpPr>
        <p:spPr>
          <a:xfrm>
            <a:off x="7695344" y="4232953"/>
            <a:ext cx="4102979" cy="1468400"/>
          </a:xfrm>
          <a:prstGeom prst="rect">
            <a:avLst/>
          </a:prstGeom>
          <a:noFill/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2000" dirty="0">
                <a:solidFill>
                  <a:schemeClr val="bg1"/>
                </a:solidFill>
              </a:rPr>
              <a:t>Ryo Yanagida</a:t>
            </a:r>
            <a:r>
              <a:rPr lang="en-GB" sz="2000" baseline="30000" dirty="0">
                <a:solidFill>
                  <a:schemeClr val="bg1"/>
                </a:solidFill>
              </a:rPr>
              <a:t>1</a:t>
            </a:r>
            <a:r>
              <a:rPr lang="en-GB" sz="2000" dirty="0">
                <a:solidFill>
                  <a:schemeClr val="bg1"/>
                </a:solidFill>
              </a:rPr>
              <a:t>, Jeremy Singer</a:t>
            </a:r>
            <a:r>
              <a:rPr lang="en-GB" sz="2000" baseline="30000" dirty="0">
                <a:solidFill>
                  <a:schemeClr val="bg1"/>
                </a:solidFill>
              </a:rPr>
              <a:t>1</a:t>
            </a:r>
            <a:r>
              <a:rPr lang="en-GB" sz="2000" dirty="0">
                <a:solidFill>
                  <a:schemeClr val="bg1"/>
                </a:solidFill>
              </a:rPr>
              <a:t>, Paul Harvey</a:t>
            </a:r>
            <a:r>
              <a:rPr lang="en-GB" sz="2000" baseline="30000" dirty="0">
                <a:solidFill>
                  <a:schemeClr val="bg1"/>
                </a:solidFill>
              </a:rPr>
              <a:t>1</a:t>
            </a:r>
            <a:r>
              <a:rPr lang="en-GB" sz="2000" dirty="0">
                <a:solidFill>
                  <a:schemeClr val="bg1"/>
                </a:solidFill>
              </a:rPr>
              <a:t>, Leon Wong</a:t>
            </a:r>
            <a:r>
              <a:rPr lang="en-GB" sz="2000" baseline="30000" dirty="0">
                <a:solidFill>
                  <a:schemeClr val="bg1"/>
                </a:solidFill>
              </a:rPr>
              <a:t>2</a:t>
            </a:r>
            <a:r>
              <a:rPr lang="en-GB" sz="2000" dirty="0">
                <a:solidFill>
                  <a:schemeClr val="bg1"/>
                </a:solidFill>
              </a:rPr>
              <a:t>, and Colin Perkins</a:t>
            </a:r>
            <a:r>
              <a:rPr lang="en-GB" sz="2000" baseline="30000" dirty="0">
                <a:solidFill>
                  <a:schemeClr val="bg1"/>
                </a:solidFill>
              </a:rPr>
              <a:t>1</a:t>
            </a:r>
          </a:p>
          <a:p>
            <a:pPr marL="0" indent="0" algn="r">
              <a:lnSpc>
                <a:spcPct val="110000"/>
              </a:lnSpc>
              <a:buNone/>
            </a:pPr>
            <a:r>
              <a:rPr lang="en-GB" sz="1600" dirty="0">
                <a:solidFill>
                  <a:schemeClr val="bg1"/>
                </a:solidFill>
              </a:rPr>
              <a:t>[1] University of Glasgow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[2] Rakuten Mobile, Inc</a:t>
            </a:r>
            <a:r>
              <a:rPr lang="en-GB" sz="19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8523</TotalTime>
  <Words>1209</Words>
  <Application>Microsoft Macintosh PowerPoint</Application>
  <PresentationFormat>Widescreen</PresentationFormat>
  <Paragraphs>151</Paragraphs>
  <Slides>12</Slides>
  <Notes>5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Monaco</vt:lpstr>
      <vt:lpstr>Office Theme</vt:lpstr>
      <vt:lpstr>Distributing Quality of Service (QoS) Policies in Name-based Networks</vt:lpstr>
      <vt:lpstr>Context</vt:lpstr>
      <vt:lpstr>Background — Current Internet</vt:lpstr>
      <vt:lpstr>Background — Name-based Networking</vt:lpstr>
      <vt:lpstr>Background — Name-based Networking</vt:lpstr>
      <vt:lpstr>Name-based Quality for Name-based Networks Ryo Yanagida, Jeremy Singer, Paul Harvey, Leon Wong, and Colin Perkins</vt:lpstr>
      <vt:lpstr>Distributing Quality of Service (QoS) Policies in Name-based Networks Ryo Yanagida, Jeremy Singer, Paul Harvey, Leon Wong, and Colin Perkins</vt:lpstr>
      <vt:lpstr>Design Consideration</vt:lpstr>
      <vt:lpstr>Design Consideration</vt:lpstr>
      <vt:lpstr>Example</vt:lpstr>
      <vt:lpstr>Discussion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Ryo Yanagida</cp:lastModifiedBy>
  <cp:revision>49</cp:revision>
  <dcterms:created xsi:type="dcterms:W3CDTF">2021-01-06T14:22:07Z</dcterms:created>
  <dcterms:modified xsi:type="dcterms:W3CDTF">2025-07-18T16:25:32Z</dcterms:modified>
  <cp:category/>
</cp:coreProperties>
</file>